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4" r:id="rId2"/>
    <p:sldId id="260" r:id="rId3"/>
    <p:sldId id="261" r:id="rId4"/>
    <p:sldId id="263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2D4D2F-0ADE-4572-BF4A-C1CEA291358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A46AD8-1FE4-43BE-BD1F-86027B9C8448}">
      <dgm:prSet/>
      <dgm:spPr/>
      <dgm:t>
        <a:bodyPr/>
        <a:lstStyle/>
        <a:p>
          <a:r>
            <a:rPr lang="en-US" dirty="0" err="1"/>
            <a:t>Смоделирован</a:t>
          </a:r>
          <a:r>
            <a:rPr lang="en-US" dirty="0"/>
            <a:t> </a:t>
          </a:r>
          <a:r>
            <a:rPr lang="en-US" dirty="0" err="1"/>
            <a:t>процесс</a:t>
          </a:r>
          <a:r>
            <a:rPr lang="en-US" dirty="0"/>
            <a:t> </a:t>
          </a:r>
          <a:r>
            <a:rPr lang="en-US" dirty="0" err="1"/>
            <a:t>взаимодействия</a:t>
          </a:r>
          <a:r>
            <a:rPr lang="en-US" dirty="0"/>
            <a:t> </a:t>
          </a:r>
          <a:r>
            <a:rPr lang="en-US" dirty="0" err="1"/>
            <a:t>библиотеки</a:t>
          </a:r>
          <a:r>
            <a:rPr lang="en-US" dirty="0"/>
            <a:t> и </a:t>
          </a:r>
          <a:r>
            <a:rPr lang="en-US" dirty="0" err="1"/>
            <a:t>поставщика</a:t>
          </a:r>
          <a:r>
            <a:rPr lang="en-US" dirty="0"/>
            <a:t>;</a:t>
          </a:r>
        </a:p>
      </dgm:t>
    </dgm:pt>
    <dgm:pt modelId="{EBFE72D3-7068-4A30-A867-DCB4065DEFF4}" type="parTrans" cxnId="{65D1D46C-C9A0-48FA-9C8E-83E55AB5BD42}">
      <dgm:prSet/>
      <dgm:spPr/>
      <dgm:t>
        <a:bodyPr/>
        <a:lstStyle/>
        <a:p>
          <a:endParaRPr lang="en-US"/>
        </a:p>
      </dgm:t>
    </dgm:pt>
    <dgm:pt modelId="{26E71BEB-7E8A-4B8C-A746-214AAE1D00E6}" type="sibTrans" cxnId="{65D1D46C-C9A0-48FA-9C8E-83E55AB5BD42}">
      <dgm:prSet/>
      <dgm:spPr/>
      <dgm:t>
        <a:bodyPr/>
        <a:lstStyle/>
        <a:p>
          <a:endParaRPr lang="en-US"/>
        </a:p>
      </dgm:t>
    </dgm:pt>
    <dgm:pt modelId="{B534B744-FA8D-485A-BB52-0B72D0D401DF}">
      <dgm:prSet/>
      <dgm:spPr/>
      <dgm:t>
        <a:bodyPr/>
        <a:lstStyle/>
        <a:p>
          <a:r>
            <a:rPr lang="en-US" dirty="0" err="1"/>
            <a:t>Применены</a:t>
          </a:r>
          <a:r>
            <a:rPr lang="en-US" dirty="0"/>
            <a:t> </a:t>
          </a:r>
          <a:r>
            <a:rPr lang="en-US" dirty="0" err="1"/>
            <a:t>типы</a:t>
          </a:r>
          <a:r>
            <a:rPr lang="en-US" dirty="0"/>
            <a:t> </a:t>
          </a:r>
          <a:r>
            <a:rPr lang="en-US" dirty="0" err="1"/>
            <a:t>задач</a:t>
          </a:r>
          <a:r>
            <a:rPr lang="en-US" dirty="0"/>
            <a:t>: User, Service, Send, Receive;</a:t>
          </a:r>
        </a:p>
      </dgm:t>
    </dgm:pt>
    <dgm:pt modelId="{EAF79C39-7D56-4611-A59D-7DEA281F70C4}" type="parTrans" cxnId="{453F4652-A3DC-4765-BAD5-8920F3FD2DAE}">
      <dgm:prSet/>
      <dgm:spPr/>
      <dgm:t>
        <a:bodyPr/>
        <a:lstStyle/>
        <a:p>
          <a:endParaRPr lang="en-US"/>
        </a:p>
      </dgm:t>
    </dgm:pt>
    <dgm:pt modelId="{97E26C78-49A1-43D2-9E3F-6B6C55944E32}" type="sibTrans" cxnId="{453F4652-A3DC-4765-BAD5-8920F3FD2DAE}">
      <dgm:prSet/>
      <dgm:spPr/>
      <dgm:t>
        <a:bodyPr/>
        <a:lstStyle/>
        <a:p>
          <a:endParaRPr lang="en-US"/>
        </a:p>
      </dgm:t>
    </dgm:pt>
    <dgm:pt modelId="{7905BCA3-F822-4F64-8511-8FC07E936F4E}">
      <dgm:prSet/>
      <dgm:spPr/>
      <dgm:t>
        <a:bodyPr/>
        <a:lstStyle/>
        <a:p>
          <a:r>
            <a:rPr lang="en-US" dirty="0" err="1"/>
            <a:t>Использованы</a:t>
          </a:r>
          <a:r>
            <a:rPr lang="en-US" dirty="0"/>
            <a:t> </a:t>
          </a:r>
          <a:r>
            <a:rPr lang="en-US" dirty="0" err="1"/>
            <a:t>маркеры</a:t>
          </a:r>
          <a:r>
            <a:rPr lang="en-US" dirty="0"/>
            <a:t> </a:t>
          </a:r>
          <a:r>
            <a:rPr lang="en-US" dirty="0" err="1"/>
            <a:t>действий</a:t>
          </a:r>
          <a:r>
            <a:rPr lang="en-US" dirty="0"/>
            <a:t> и </a:t>
          </a:r>
          <a:r>
            <a:rPr lang="en-US" dirty="0" err="1"/>
            <a:t>подпроцесс</a:t>
          </a:r>
          <a:r>
            <a:rPr lang="en-US" dirty="0"/>
            <a:t>;</a:t>
          </a:r>
        </a:p>
      </dgm:t>
    </dgm:pt>
    <dgm:pt modelId="{E5AAF518-0FE2-4382-A7C5-0A8C498EC217}" type="parTrans" cxnId="{9AFC8202-6C65-4800-B401-7DD9C4BD0544}">
      <dgm:prSet/>
      <dgm:spPr/>
      <dgm:t>
        <a:bodyPr/>
        <a:lstStyle/>
        <a:p>
          <a:endParaRPr lang="en-US"/>
        </a:p>
      </dgm:t>
    </dgm:pt>
    <dgm:pt modelId="{B853A4E2-031D-400A-83E5-119EFBC1339D}" type="sibTrans" cxnId="{9AFC8202-6C65-4800-B401-7DD9C4BD0544}">
      <dgm:prSet/>
      <dgm:spPr/>
      <dgm:t>
        <a:bodyPr/>
        <a:lstStyle/>
        <a:p>
          <a:endParaRPr lang="en-US"/>
        </a:p>
      </dgm:t>
    </dgm:pt>
    <dgm:pt modelId="{CA363268-EE86-41FB-940D-1F83A8175F83}">
      <dgm:prSet/>
      <dgm:spPr/>
      <dgm:t>
        <a:bodyPr/>
        <a:lstStyle/>
        <a:p>
          <a:r>
            <a:rPr lang="en-US" dirty="0" err="1"/>
            <a:t>Диаграмма</a:t>
          </a:r>
          <a:r>
            <a:rPr lang="en-US" dirty="0"/>
            <a:t> </a:t>
          </a:r>
          <a:r>
            <a:rPr lang="en-US" dirty="0" err="1"/>
            <a:t>соответствует</a:t>
          </a:r>
          <a:r>
            <a:rPr lang="en-US" dirty="0"/>
            <a:t> </a:t>
          </a:r>
          <a:r>
            <a:rPr lang="en-US" dirty="0" err="1"/>
            <a:t>стандарту</a:t>
          </a:r>
          <a:r>
            <a:rPr lang="en-US" dirty="0"/>
            <a:t> BPMN и </a:t>
          </a:r>
          <a:r>
            <a:rPr lang="en-US" dirty="0" err="1"/>
            <a:t>отражает</a:t>
          </a:r>
          <a:r>
            <a:rPr lang="en-US" dirty="0"/>
            <a:t> </a:t>
          </a:r>
          <a:r>
            <a:rPr lang="en-US" dirty="0" err="1"/>
            <a:t>обновление</a:t>
          </a:r>
          <a:r>
            <a:rPr lang="en-US" dirty="0"/>
            <a:t> </a:t>
          </a:r>
          <a:r>
            <a:rPr lang="en-US" dirty="0" err="1"/>
            <a:t>фонда</a:t>
          </a:r>
          <a:r>
            <a:rPr lang="en-US" dirty="0"/>
            <a:t>.</a:t>
          </a:r>
        </a:p>
      </dgm:t>
    </dgm:pt>
    <dgm:pt modelId="{58B6E7DD-7ED1-4107-AE59-EAA858568B4D}" type="parTrans" cxnId="{B539AE82-04A8-4E45-AD16-5577370B9D2F}">
      <dgm:prSet/>
      <dgm:spPr/>
      <dgm:t>
        <a:bodyPr/>
        <a:lstStyle/>
        <a:p>
          <a:endParaRPr lang="en-US"/>
        </a:p>
      </dgm:t>
    </dgm:pt>
    <dgm:pt modelId="{A7FBCEB7-D00C-4D0E-9E21-5725C7B0BD58}" type="sibTrans" cxnId="{B539AE82-04A8-4E45-AD16-5577370B9D2F}">
      <dgm:prSet/>
      <dgm:spPr/>
      <dgm:t>
        <a:bodyPr/>
        <a:lstStyle/>
        <a:p>
          <a:endParaRPr lang="en-US"/>
        </a:p>
      </dgm:t>
    </dgm:pt>
    <dgm:pt modelId="{DC7AB91F-A9A0-4A54-9EFA-05CB06D3CC53}" type="pres">
      <dgm:prSet presAssocID="{4E2D4D2F-0ADE-4572-BF4A-C1CEA291358A}" presName="vert0" presStyleCnt="0">
        <dgm:presLayoutVars>
          <dgm:dir/>
          <dgm:animOne val="branch"/>
          <dgm:animLvl val="lvl"/>
        </dgm:presLayoutVars>
      </dgm:prSet>
      <dgm:spPr/>
    </dgm:pt>
    <dgm:pt modelId="{61E19623-D887-4A9D-AD8A-693D7C4A3624}" type="pres">
      <dgm:prSet presAssocID="{0CA46AD8-1FE4-43BE-BD1F-86027B9C8448}" presName="thickLine" presStyleLbl="alignNode1" presStyleIdx="0" presStyleCnt="4"/>
      <dgm:spPr/>
    </dgm:pt>
    <dgm:pt modelId="{75D445B3-39FF-4934-B51B-9D6BF06C0F79}" type="pres">
      <dgm:prSet presAssocID="{0CA46AD8-1FE4-43BE-BD1F-86027B9C8448}" presName="horz1" presStyleCnt="0"/>
      <dgm:spPr/>
    </dgm:pt>
    <dgm:pt modelId="{F290ED0C-2ED0-4883-A7A1-5C11C24E4C5F}" type="pres">
      <dgm:prSet presAssocID="{0CA46AD8-1FE4-43BE-BD1F-86027B9C8448}" presName="tx1" presStyleLbl="revTx" presStyleIdx="0" presStyleCnt="4"/>
      <dgm:spPr/>
    </dgm:pt>
    <dgm:pt modelId="{67306F06-E84A-40D2-BEE6-9FB3DCB6DCC1}" type="pres">
      <dgm:prSet presAssocID="{0CA46AD8-1FE4-43BE-BD1F-86027B9C8448}" presName="vert1" presStyleCnt="0"/>
      <dgm:spPr/>
    </dgm:pt>
    <dgm:pt modelId="{732564DC-FA83-462A-8BE1-25D4AFAD2A3E}" type="pres">
      <dgm:prSet presAssocID="{B534B744-FA8D-485A-BB52-0B72D0D401DF}" presName="thickLine" presStyleLbl="alignNode1" presStyleIdx="1" presStyleCnt="4"/>
      <dgm:spPr/>
    </dgm:pt>
    <dgm:pt modelId="{2D81CF4F-195C-4025-86C2-FF85A507339F}" type="pres">
      <dgm:prSet presAssocID="{B534B744-FA8D-485A-BB52-0B72D0D401DF}" presName="horz1" presStyleCnt="0"/>
      <dgm:spPr/>
    </dgm:pt>
    <dgm:pt modelId="{680EA47C-48E6-42DB-815E-156F939A3C99}" type="pres">
      <dgm:prSet presAssocID="{B534B744-FA8D-485A-BB52-0B72D0D401DF}" presName="tx1" presStyleLbl="revTx" presStyleIdx="1" presStyleCnt="4"/>
      <dgm:spPr/>
    </dgm:pt>
    <dgm:pt modelId="{5CA4E092-DD7F-4AB0-A4F2-97B427AED153}" type="pres">
      <dgm:prSet presAssocID="{B534B744-FA8D-485A-BB52-0B72D0D401DF}" presName="vert1" presStyleCnt="0"/>
      <dgm:spPr/>
    </dgm:pt>
    <dgm:pt modelId="{DCB14D70-DBDA-4BF1-810D-605E69B72D01}" type="pres">
      <dgm:prSet presAssocID="{7905BCA3-F822-4F64-8511-8FC07E936F4E}" presName="thickLine" presStyleLbl="alignNode1" presStyleIdx="2" presStyleCnt="4"/>
      <dgm:spPr/>
    </dgm:pt>
    <dgm:pt modelId="{1B402DDE-8B13-4303-AFA8-5D2F04BC05F5}" type="pres">
      <dgm:prSet presAssocID="{7905BCA3-F822-4F64-8511-8FC07E936F4E}" presName="horz1" presStyleCnt="0"/>
      <dgm:spPr/>
    </dgm:pt>
    <dgm:pt modelId="{B9E97EFB-84E3-4FEB-959C-AAA6313FC7ED}" type="pres">
      <dgm:prSet presAssocID="{7905BCA3-F822-4F64-8511-8FC07E936F4E}" presName="tx1" presStyleLbl="revTx" presStyleIdx="2" presStyleCnt="4"/>
      <dgm:spPr/>
    </dgm:pt>
    <dgm:pt modelId="{AB9676FF-D656-42FB-9D1B-CEFA7AFDC711}" type="pres">
      <dgm:prSet presAssocID="{7905BCA3-F822-4F64-8511-8FC07E936F4E}" presName="vert1" presStyleCnt="0"/>
      <dgm:spPr/>
    </dgm:pt>
    <dgm:pt modelId="{341C4ABD-1F8D-4EE3-90F5-C5831127A820}" type="pres">
      <dgm:prSet presAssocID="{CA363268-EE86-41FB-940D-1F83A8175F83}" presName="thickLine" presStyleLbl="alignNode1" presStyleIdx="3" presStyleCnt="4"/>
      <dgm:spPr/>
    </dgm:pt>
    <dgm:pt modelId="{C2ACE9A5-D5F5-436F-950B-C09899CD4325}" type="pres">
      <dgm:prSet presAssocID="{CA363268-EE86-41FB-940D-1F83A8175F83}" presName="horz1" presStyleCnt="0"/>
      <dgm:spPr/>
    </dgm:pt>
    <dgm:pt modelId="{36360F7C-BC6F-4870-9199-1217027CD56F}" type="pres">
      <dgm:prSet presAssocID="{CA363268-EE86-41FB-940D-1F83A8175F83}" presName="tx1" presStyleLbl="revTx" presStyleIdx="3" presStyleCnt="4"/>
      <dgm:spPr/>
    </dgm:pt>
    <dgm:pt modelId="{D477E73C-C5BA-47B5-8DDB-7527176CAC54}" type="pres">
      <dgm:prSet presAssocID="{CA363268-EE86-41FB-940D-1F83A8175F83}" presName="vert1" presStyleCnt="0"/>
      <dgm:spPr/>
    </dgm:pt>
  </dgm:ptLst>
  <dgm:cxnLst>
    <dgm:cxn modelId="{9AFC8202-6C65-4800-B401-7DD9C4BD0544}" srcId="{4E2D4D2F-0ADE-4572-BF4A-C1CEA291358A}" destId="{7905BCA3-F822-4F64-8511-8FC07E936F4E}" srcOrd="2" destOrd="0" parTransId="{E5AAF518-0FE2-4382-A7C5-0A8C498EC217}" sibTransId="{B853A4E2-031D-400A-83E5-119EFBC1339D}"/>
    <dgm:cxn modelId="{907F7B0A-4C17-4C27-AF5B-61DA4649540D}" type="presOf" srcId="{0CA46AD8-1FE4-43BE-BD1F-86027B9C8448}" destId="{F290ED0C-2ED0-4883-A7A1-5C11C24E4C5F}" srcOrd="0" destOrd="0" presId="urn:microsoft.com/office/officeart/2008/layout/LinedList"/>
    <dgm:cxn modelId="{BAE5112A-905B-41AB-BEA6-650B9B19808C}" type="presOf" srcId="{4E2D4D2F-0ADE-4572-BF4A-C1CEA291358A}" destId="{DC7AB91F-A9A0-4A54-9EFA-05CB06D3CC53}" srcOrd="0" destOrd="0" presId="urn:microsoft.com/office/officeart/2008/layout/LinedList"/>
    <dgm:cxn modelId="{DD093B3C-2B3C-4DA5-B8AA-C77DCAFA8E6A}" type="presOf" srcId="{B534B744-FA8D-485A-BB52-0B72D0D401DF}" destId="{680EA47C-48E6-42DB-815E-156F939A3C99}" srcOrd="0" destOrd="0" presId="urn:microsoft.com/office/officeart/2008/layout/LinedList"/>
    <dgm:cxn modelId="{65D1D46C-C9A0-48FA-9C8E-83E55AB5BD42}" srcId="{4E2D4D2F-0ADE-4572-BF4A-C1CEA291358A}" destId="{0CA46AD8-1FE4-43BE-BD1F-86027B9C8448}" srcOrd="0" destOrd="0" parTransId="{EBFE72D3-7068-4A30-A867-DCB4065DEFF4}" sibTransId="{26E71BEB-7E8A-4B8C-A746-214AAE1D00E6}"/>
    <dgm:cxn modelId="{453F4652-A3DC-4765-BAD5-8920F3FD2DAE}" srcId="{4E2D4D2F-0ADE-4572-BF4A-C1CEA291358A}" destId="{B534B744-FA8D-485A-BB52-0B72D0D401DF}" srcOrd="1" destOrd="0" parTransId="{EAF79C39-7D56-4611-A59D-7DEA281F70C4}" sibTransId="{97E26C78-49A1-43D2-9E3F-6B6C55944E32}"/>
    <dgm:cxn modelId="{B539AE82-04A8-4E45-AD16-5577370B9D2F}" srcId="{4E2D4D2F-0ADE-4572-BF4A-C1CEA291358A}" destId="{CA363268-EE86-41FB-940D-1F83A8175F83}" srcOrd="3" destOrd="0" parTransId="{58B6E7DD-7ED1-4107-AE59-EAA858568B4D}" sibTransId="{A7FBCEB7-D00C-4D0E-9E21-5725C7B0BD58}"/>
    <dgm:cxn modelId="{DCD13DB2-1B05-4102-9CF7-90F2054CC214}" type="presOf" srcId="{CA363268-EE86-41FB-940D-1F83A8175F83}" destId="{36360F7C-BC6F-4870-9199-1217027CD56F}" srcOrd="0" destOrd="0" presId="urn:microsoft.com/office/officeart/2008/layout/LinedList"/>
    <dgm:cxn modelId="{B91ECCE6-9AD2-4709-9731-24F846873FC5}" type="presOf" srcId="{7905BCA3-F822-4F64-8511-8FC07E936F4E}" destId="{B9E97EFB-84E3-4FEB-959C-AAA6313FC7ED}" srcOrd="0" destOrd="0" presId="urn:microsoft.com/office/officeart/2008/layout/LinedList"/>
    <dgm:cxn modelId="{2FC4186A-8BD5-4278-B6AF-9E55F1A9346D}" type="presParOf" srcId="{DC7AB91F-A9A0-4A54-9EFA-05CB06D3CC53}" destId="{61E19623-D887-4A9D-AD8A-693D7C4A3624}" srcOrd="0" destOrd="0" presId="urn:microsoft.com/office/officeart/2008/layout/LinedList"/>
    <dgm:cxn modelId="{21FD35FA-984E-4CA2-BBBA-40248BA08FB9}" type="presParOf" srcId="{DC7AB91F-A9A0-4A54-9EFA-05CB06D3CC53}" destId="{75D445B3-39FF-4934-B51B-9D6BF06C0F79}" srcOrd="1" destOrd="0" presId="urn:microsoft.com/office/officeart/2008/layout/LinedList"/>
    <dgm:cxn modelId="{ED1E9172-DB13-4D9C-8E9E-5AB7EB8EB1EB}" type="presParOf" srcId="{75D445B3-39FF-4934-B51B-9D6BF06C0F79}" destId="{F290ED0C-2ED0-4883-A7A1-5C11C24E4C5F}" srcOrd="0" destOrd="0" presId="urn:microsoft.com/office/officeart/2008/layout/LinedList"/>
    <dgm:cxn modelId="{3F5A10CA-6BB2-4F60-9595-EB6C836C5B24}" type="presParOf" srcId="{75D445B3-39FF-4934-B51B-9D6BF06C0F79}" destId="{67306F06-E84A-40D2-BEE6-9FB3DCB6DCC1}" srcOrd="1" destOrd="0" presId="urn:microsoft.com/office/officeart/2008/layout/LinedList"/>
    <dgm:cxn modelId="{A0A34928-68F5-4895-AB64-CD503393A3CE}" type="presParOf" srcId="{DC7AB91F-A9A0-4A54-9EFA-05CB06D3CC53}" destId="{732564DC-FA83-462A-8BE1-25D4AFAD2A3E}" srcOrd="2" destOrd="0" presId="urn:microsoft.com/office/officeart/2008/layout/LinedList"/>
    <dgm:cxn modelId="{2BE9077C-DAC1-481C-B523-058A051645ED}" type="presParOf" srcId="{DC7AB91F-A9A0-4A54-9EFA-05CB06D3CC53}" destId="{2D81CF4F-195C-4025-86C2-FF85A507339F}" srcOrd="3" destOrd="0" presId="urn:microsoft.com/office/officeart/2008/layout/LinedList"/>
    <dgm:cxn modelId="{515CA9CA-119D-4494-8A1B-7B61DDC74D6F}" type="presParOf" srcId="{2D81CF4F-195C-4025-86C2-FF85A507339F}" destId="{680EA47C-48E6-42DB-815E-156F939A3C99}" srcOrd="0" destOrd="0" presId="urn:microsoft.com/office/officeart/2008/layout/LinedList"/>
    <dgm:cxn modelId="{567E5B25-E084-4969-9281-9DB0BB943EFD}" type="presParOf" srcId="{2D81CF4F-195C-4025-86C2-FF85A507339F}" destId="{5CA4E092-DD7F-4AB0-A4F2-97B427AED153}" srcOrd="1" destOrd="0" presId="urn:microsoft.com/office/officeart/2008/layout/LinedList"/>
    <dgm:cxn modelId="{722C8BBA-F481-4BB4-92BF-CADECD478F89}" type="presParOf" srcId="{DC7AB91F-A9A0-4A54-9EFA-05CB06D3CC53}" destId="{DCB14D70-DBDA-4BF1-810D-605E69B72D01}" srcOrd="4" destOrd="0" presId="urn:microsoft.com/office/officeart/2008/layout/LinedList"/>
    <dgm:cxn modelId="{C8AE6647-5D7D-479F-9798-9E646819C8F9}" type="presParOf" srcId="{DC7AB91F-A9A0-4A54-9EFA-05CB06D3CC53}" destId="{1B402DDE-8B13-4303-AFA8-5D2F04BC05F5}" srcOrd="5" destOrd="0" presId="urn:microsoft.com/office/officeart/2008/layout/LinedList"/>
    <dgm:cxn modelId="{B76988DE-3B34-4D24-A942-38D5FD00B61E}" type="presParOf" srcId="{1B402DDE-8B13-4303-AFA8-5D2F04BC05F5}" destId="{B9E97EFB-84E3-4FEB-959C-AAA6313FC7ED}" srcOrd="0" destOrd="0" presId="urn:microsoft.com/office/officeart/2008/layout/LinedList"/>
    <dgm:cxn modelId="{630BA638-0F47-4383-9DAD-7661EC407BD8}" type="presParOf" srcId="{1B402DDE-8B13-4303-AFA8-5D2F04BC05F5}" destId="{AB9676FF-D656-42FB-9D1B-CEFA7AFDC711}" srcOrd="1" destOrd="0" presId="urn:microsoft.com/office/officeart/2008/layout/LinedList"/>
    <dgm:cxn modelId="{B7DAF9C7-DAE2-4753-B554-A728514FF7CA}" type="presParOf" srcId="{DC7AB91F-A9A0-4A54-9EFA-05CB06D3CC53}" destId="{341C4ABD-1F8D-4EE3-90F5-C5831127A820}" srcOrd="6" destOrd="0" presId="urn:microsoft.com/office/officeart/2008/layout/LinedList"/>
    <dgm:cxn modelId="{831FF925-A64A-420D-8484-DA2B9C918EFE}" type="presParOf" srcId="{DC7AB91F-A9A0-4A54-9EFA-05CB06D3CC53}" destId="{C2ACE9A5-D5F5-436F-950B-C09899CD4325}" srcOrd="7" destOrd="0" presId="urn:microsoft.com/office/officeart/2008/layout/LinedList"/>
    <dgm:cxn modelId="{C3277EEA-7999-4322-9589-49F55C4289B5}" type="presParOf" srcId="{C2ACE9A5-D5F5-436F-950B-C09899CD4325}" destId="{36360F7C-BC6F-4870-9199-1217027CD56F}" srcOrd="0" destOrd="0" presId="urn:microsoft.com/office/officeart/2008/layout/LinedList"/>
    <dgm:cxn modelId="{20DF7705-32CB-4FC8-955F-1A9D3534640F}" type="presParOf" srcId="{C2ACE9A5-D5F5-436F-950B-C09899CD4325}" destId="{D477E73C-C5BA-47B5-8DDB-7527176CAC5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E19623-D887-4A9D-AD8A-693D7C4A3624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90ED0C-2ED0-4883-A7A1-5C11C24E4C5F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Смоделирован</a:t>
          </a:r>
          <a:r>
            <a:rPr lang="en-US" sz="3100" kern="1200" dirty="0"/>
            <a:t> </a:t>
          </a:r>
          <a:r>
            <a:rPr lang="en-US" sz="3100" kern="1200" dirty="0" err="1"/>
            <a:t>процесс</a:t>
          </a:r>
          <a:r>
            <a:rPr lang="en-US" sz="3100" kern="1200" dirty="0"/>
            <a:t> </a:t>
          </a:r>
          <a:r>
            <a:rPr lang="en-US" sz="3100" kern="1200" dirty="0" err="1"/>
            <a:t>взаимодействия</a:t>
          </a:r>
          <a:r>
            <a:rPr lang="en-US" sz="3100" kern="1200" dirty="0"/>
            <a:t> </a:t>
          </a:r>
          <a:r>
            <a:rPr lang="en-US" sz="3100" kern="1200" dirty="0" err="1"/>
            <a:t>библиотеки</a:t>
          </a:r>
          <a:r>
            <a:rPr lang="en-US" sz="3100" kern="1200" dirty="0"/>
            <a:t> и </a:t>
          </a:r>
          <a:r>
            <a:rPr lang="en-US" sz="3100" kern="1200" dirty="0" err="1"/>
            <a:t>поставщика</a:t>
          </a:r>
          <a:r>
            <a:rPr lang="en-US" sz="3100" kern="1200" dirty="0"/>
            <a:t>;</a:t>
          </a:r>
        </a:p>
      </dsp:txBody>
      <dsp:txXfrm>
        <a:off x="0" y="0"/>
        <a:ext cx="8229600" cy="1131490"/>
      </dsp:txXfrm>
    </dsp:sp>
    <dsp:sp modelId="{732564DC-FA83-462A-8BE1-25D4AFAD2A3E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EA47C-48E6-42DB-815E-156F939A3C99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Применены</a:t>
          </a:r>
          <a:r>
            <a:rPr lang="en-US" sz="3100" kern="1200" dirty="0"/>
            <a:t> </a:t>
          </a:r>
          <a:r>
            <a:rPr lang="en-US" sz="3100" kern="1200" dirty="0" err="1"/>
            <a:t>типы</a:t>
          </a:r>
          <a:r>
            <a:rPr lang="en-US" sz="3100" kern="1200" dirty="0"/>
            <a:t> </a:t>
          </a:r>
          <a:r>
            <a:rPr lang="en-US" sz="3100" kern="1200" dirty="0" err="1"/>
            <a:t>задач</a:t>
          </a:r>
          <a:r>
            <a:rPr lang="en-US" sz="3100" kern="1200" dirty="0"/>
            <a:t>: User, Service, Send, Receive;</a:t>
          </a:r>
        </a:p>
      </dsp:txBody>
      <dsp:txXfrm>
        <a:off x="0" y="1131490"/>
        <a:ext cx="8229600" cy="1131490"/>
      </dsp:txXfrm>
    </dsp:sp>
    <dsp:sp modelId="{DCB14D70-DBDA-4BF1-810D-605E69B72D01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97EFB-84E3-4FEB-959C-AAA6313FC7ED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Использованы</a:t>
          </a:r>
          <a:r>
            <a:rPr lang="en-US" sz="3100" kern="1200" dirty="0"/>
            <a:t> </a:t>
          </a:r>
          <a:r>
            <a:rPr lang="en-US" sz="3100" kern="1200" dirty="0" err="1"/>
            <a:t>маркеры</a:t>
          </a:r>
          <a:r>
            <a:rPr lang="en-US" sz="3100" kern="1200" dirty="0"/>
            <a:t> </a:t>
          </a:r>
          <a:r>
            <a:rPr lang="en-US" sz="3100" kern="1200" dirty="0" err="1"/>
            <a:t>действий</a:t>
          </a:r>
          <a:r>
            <a:rPr lang="en-US" sz="3100" kern="1200" dirty="0"/>
            <a:t> и </a:t>
          </a:r>
          <a:r>
            <a:rPr lang="en-US" sz="3100" kern="1200" dirty="0" err="1"/>
            <a:t>подпроцесс</a:t>
          </a:r>
          <a:r>
            <a:rPr lang="en-US" sz="3100" kern="1200" dirty="0"/>
            <a:t>;</a:t>
          </a:r>
        </a:p>
      </dsp:txBody>
      <dsp:txXfrm>
        <a:off x="0" y="2262981"/>
        <a:ext cx="8229600" cy="1131490"/>
      </dsp:txXfrm>
    </dsp:sp>
    <dsp:sp modelId="{341C4ABD-1F8D-4EE3-90F5-C5831127A820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60F7C-BC6F-4870-9199-1217027CD56F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Диаграмма</a:t>
          </a:r>
          <a:r>
            <a:rPr lang="en-US" sz="3100" kern="1200" dirty="0"/>
            <a:t> </a:t>
          </a:r>
          <a:r>
            <a:rPr lang="en-US" sz="3100" kern="1200" dirty="0" err="1"/>
            <a:t>соответствует</a:t>
          </a:r>
          <a:r>
            <a:rPr lang="en-US" sz="3100" kern="1200" dirty="0"/>
            <a:t> </a:t>
          </a:r>
          <a:r>
            <a:rPr lang="en-US" sz="3100" kern="1200" dirty="0" err="1"/>
            <a:t>стандарту</a:t>
          </a:r>
          <a:r>
            <a:rPr lang="en-US" sz="3100" kern="1200" dirty="0"/>
            <a:t> BPMN и </a:t>
          </a:r>
          <a:r>
            <a:rPr lang="en-US" sz="3100" kern="1200" dirty="0" err="1"/>
            <a:t>отражает</a:t>
          </a:r>
          <a:r>
            <a:rPr lang="en-US" sz="3100" kern="1200" dirty="0"/>
            <a:t> </a:t>
          </a:r>
          <a:r>
            <a:rPr lang="en-US" sz="3100" kern="1200" dirty="0" err="1"/>
            <a:t>обновление</a:t>
          </a:r>
          <a:r>
            <a:rPr lang="en-US" sz="3100" kern="1200" dirty="0"/>
            <a:t> </a:t>
          </a:r>
          <a:r>
            <a:rPr lang="en-US" sz="3100" kern="1200" dirty="0" err="1"/>
            <a:t>фонда</a:t>
          </a:r>
          <a:r>
            <a:rPr lang="en-US" sz="3100" kern="1200" dirty="0"/>
            <a:t>.</a:t>
          </a:r>
        </a:p>
      </dsp:txBody>
      <dsp:txXfrm>
        <a:off x="0" y="3394472"/>
        <a:ext cx="8229600" cy="1131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D0BDF-D35C-4D02-94FA-C7A42B3DC53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7A337-D15D-40A4-8AD9-8065C89421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444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A337-D15D-40A4-8AD9-8065C894212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985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A337-D15D-40A4-8AD9-8065C894212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527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156C9-9C26-FE5D-B89A-9CFF31E75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647809"/>
            <a:ext cx="7042355" cy="1790700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Моделирование</a:t>
            </a:r>
            <a:br>
              <a:rPr lang="ru-RU" dirty="0"/>
            </a:br>
            <a:r>
              <a:rPr lang="ru-RU" dirty="0"/>
              <a:t>бизнес-процесса</a:t>
            </a:r>
            <a:br>
              <a:rPr lang="ru-RU" dirty="0"/>
            </a:br>
            <a:r>
              <a:rPr lang="ru-RU" dirty="0"/>
              <a:t>«Организация обновления книжного фонда»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CC45B8-CDAA-4C9D-3150-BC99F80E1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861979"/>
            <a:ext cx="6858000" cy="661104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«МИРЭА </a:t>
            </a:r>
            <a:r>
              <a:rPr lang="ru-RU" b="1" dirty="0">
                <a:sym typeface="Symbol" panose="05050102010706020507" pitchFamily="18" charset="2"/>
              </a:rPr>
              <a:t></a:t>
            </a:r>
            <a:r>
              <a:rPr lang="ru-RU" b="1" dirty="0"/>
              <a:t> Российский технологический университет»</a:t>
            </a:r>
            <a:endParaRPr lang="ru-RU" dirty="0"/>
          </a:p>
          <a:p>
            <a:r>
              <a:rPr lang="ru-RU" b="1" dirty="0"/>
              <a:t>РТУ МИРЭА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1F94B-8902-A3E2-9229-E032ACD1949C}"/>
              </a:ext>
            </a:extLst>
          </p:cNvPr>
          <p:cNvSpPr txBox="1"/>
          <p:nvPr/>
        </p:nvSpPr>
        <p:spPr>
          <a:xfrm>
            <a:off x="5688294" y="5495617"/>
            <a:ext cx="330359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50" dirty="0"/>
              <a:t>Студент группы ИНБО-12-23 </a:t>
            </a:r>
            <a:r>
              <a:rPr lang="ru-RU" sz="1350" dirty="0" err="1"/>
              <a:t>Албахтин</a:t>
            </a:r>
            <a:r>
              <a:rPr lang="ru-RU" sz="1350" dirty="0"/>
              <a:t> И.В.</a:t>
            </a:r>
          </a:p>
        </p:txBody>
      </p:sp>
      <p:pic>
        <p:nvPicPr>
          <p:cNvPr id="10" name="Рисунок 9" descr="Изображение выглядит как эмблема, герб, символ, коро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7B16B3-8D9B-5FED-43B9-1EC834370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661" y="1085384"/>
            <a:ext cx="950555" cy="10508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E722A3-DB4A-9A7D-E748-60A3E9B8FA3A}"/>
              </a:ext>
            </a:extLst>
          </p:cNvPr>
          <p:cNvSpPr txBox="1"/>
          <p:nvPr/>
        </p:nvSpPr>
        <p:spPr>
          <a:xfrm>
            <a:off x="66049" y="5495617"/>
            <a:ext cx="24311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50" dirty="0"/>
              <a:t>Преподаватель Соколова М.Д.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948DAB-655E-8E73-AC9B-81B359323C5A}"/>
              </a:ext>
            </a:extLst>
          </p:cNvPr>
          <p:cNvSpPr txBox="1"/>
          <p:nvPr/>
        </p:nvSpPr>
        <p:spPr>
          <a:xfrm>
            <a:off x="2280347" y="4523083"/>
            <a:ext cx="458330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350" b="1" dirty="0"/>
              <a:t>Институт информационных технологий (ИИТ)</a:t>
            </a:r>
            <a:endParaRPr lang="ru-RU" sz="1350" dirty="0"/>
          </a:p>
          <a:p>
            <a:pPr algn="ctr"/>
            <a:r>
              <a:rPr lang="ru-RU" sz="1350" b="1" dirty="0"/>
              <a:t>Кафедра практической и прикладной информатики (ППИ)</a:t>
            </a:r>
            <a:endParaRPr lang="ru-RU" sz="1350" dirty="0"/>
          </a:p>
        </p:txBody>
      </p:sp>
    </p:spTree>
    <p:extLst>
      <p:ext uri="{BB962C8B-B14F-4D97-AF65-F5344CB8AC3E}">
        <p14:creationId xmlns:p14="http://schemas.microsoft.com/office/powerpoint/2010/main" val="162751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358141"/>
            <a:ext cx="78867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Основные этапы процесса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DD2E0D-52BA-C89A-B343-A2C7A3D79AF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349"/>
          <a:stretch>
            <a:fillRect/>
          </a:stretch>
        </p:blipFill>
        <p:spPr bwMode="auto">
          <a:xfrm>
            <a:off x="97452" y="1280160"/>
            <a:ext cx="8961501" cy="372445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5" y="4562344"/>
            <a:ext cx="78867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Подпроцесс</a:t>
            </a: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«</a:t>
            </a:r>
            <a:r>
              <a:rPr lang="en-US" sz="4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Закупка</a:t>
            </a: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книг</a:t>
            </a: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»</a:t>
            </a:r>
          </a:p>
        </p:txBody>
      </p:sp>
      <p:pic>
        <p:nvPicPr>
          <p:cNvPr id="3" name="Рисунок 2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68B24AE-58EC-94F7-07A4-04618FAB11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48" b="17438"/>
          <a:stretch>
            <a:fillRect/>
          </a:stretch>
        </p:blipFill>
        <p:spPr bwMode="auto">
          <a:xfrm>
            <a:off x="453003" y="1527318"/>
            <a:ext cx="8235705" cy="23875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CA2606-9713-E392-3D5F-13B0C12CC2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062468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92</Words>
  <Application>Microsoft Office PowerPoint</Application>
  <PresentationFormat>Экран (4:3)</PresentationFormat>
  <Paragraphs>16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Symbol</vt:lpstr>
      <vt:lpstr>Office Theme</vt:lpstr>
      <vt:lpstr>Моделирование бизнес-процесса «Организация обновления книжного фонда»</vt:lpstr>
      <vt:lpstr>Основные этапы процесса</vt:lpstr>
      <vt:lpstr>Подпроцесс «Закупка книг»</vt:lpstr>
      <vt:lpstr>Выводы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VeX EveryOne</dc:creator>
  <cp:keywords/>
  <dc:description>generated using python-pptx</dc:description>
  <cp:lastModifiedBy>VeX EveryOne</cp:lastModifiedBy>
  <cp:revision>3</cp:revision>
  <dcterms:created xsi:type="dcterms:W3CDTF">2013-01-27T09:14:16Z</dcterms:created>
  <dcterms:modified xsi:type="dcterms:W3CDTF">2025-11-12T09:58:06Z</dcterms:modified>
  <cp:category/>
</cp:coreProperties>
</file>