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C8AE9A-A712-FB94-2E11-84E581D6C6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588557A-56C6-F279-4A71-A9C03F6366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AAC796-73BF-D64F-3DEF-E9F652844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D314-5F94-466C-AC7E-78787C3383E6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F4CA81-7D64-D0E8-E32A-37446A81D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F05778-A08D-48EB-7E20-CA0E88EAE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7B90-046E-45D2-8CCA-9F0031324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683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FAD094-78EC-E62E-D49F-00C587F84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30B523-662F-3CE7-60BF-5B5748354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CA9101-E716-A479-B6D5-0AF505C04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D314-5F94-466C-AC7E-78787C3383E6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8E219D-0631-24F6-0076-18017A7C1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C13FAF-B602-DC96-8A27-468FC2C56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7B90-046E-45D2-8CCA-9F0031324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9013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C00AD7-F264-05D6-988E-C8019DF0A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025F289-F10B-3173-EF25-7C8260F88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7EDB6C-573C-EABE-1759-EBB4F2F69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D314-5F94-466C-AC7E-78787C3383E6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770230-EF2E-A32D-EBDF-E4CBCB069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EEEA12-22D8-C4C0-8A28-5DC6192C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7B90-046E-45D2-8CCA-9F0031324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1057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51BC4D-50A4-173D-F0DE-345478D9A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D9B07A-79F6-5E36-8E8F-EB3965D9D9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2F2814-73A5-5426-30A9-AD656E9250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4C1F2DC-D004-6D48-E992-F28ECABE6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D314-5F94-466C-AC7E-78787C3383E6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5B7B7D8-1B6B-B4CB-574C-407418BD8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3810691-315A-4085-30F9-B2A47FA6F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7B90-046E-45D2-8CCA-9F0031324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8119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08DAE9-4439-3C3B-0B53-32475C040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0311782-8AC5-FFCD-ED8E-DEB6F63AF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1CA3386-85B7-C3B3-8AC5-C0D9213A30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9C6B16F-DEE4-77C4-7A72-E64110B847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661B964-E7D0-980B-F854-3D6F4D5FC6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1739E37-DEF7-3E60-25A8-AC49D9E53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D314-5F94-466C-AC7E-78787C3383E6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F171B79-CEE5-1A60-34FB-687BD367D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9E51265-EA1D-05C9-7FE9-A551C0726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7B90-046E-45D2-8CCA-9F0031324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951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1302E8-C50E-BD0B-4B40-AE451087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FEFCDF1-623E-3B64-2082-A50D4306A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D314-5F94-466C-AC7E-78787C3383E6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3ED4D12-C90D-21BA-D232-F970D72AB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CE93E78-130E-BD80-CEC1-5375F9852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7B90-046E-45D2-8CCA-9F0031324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9190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1D36EB9-0F53-830C-67A2-06820939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D314-5F94-466C-AC7E-78787C3383E6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C27689F-29B2-FDB8-1183-DA0BD66A3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B70335-AFC1-6B20-CA77-22C468064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7B90-046E-45D2-8CCA-9F0031324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1536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C90D7F-6167-3751-3D9D-E7C4104F7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DD6D97-3438-8916-B4D2-36439CD95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38C728-76B9-D5EA-412F-2546EF991D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C740E42-D3A9-A9B8-B70F-40A290D94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D314-5F94-466C-AC7E-78787C3383E6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F8D384E-D159-837D-A7D3-5AFBB0351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617888-2036-4F93-02A9-9AFDC3F8C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7B90-046E-45D2-8CCA-9F0031324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0925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9C4376-730A-BF56-F76A-37BC1D7CE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C0F9EE4-9803-4413-963A-08C6DEE25F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FC526DD-0CC6-08CC-CDB5-63DBA17C2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18B6C1-D8E6-EC6C-7709-181ACF33F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D314-5F94-466C-AC7E-78787C3383E6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CF4B353-95EB-1FC5-1EB3-AE5647211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8AF575-21F3-12B7-7E72-50765FA61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7B90-046E-45D2-8CCA-9F0031324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6293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A857CE-2C25-620E-BF2E-6529FBE94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DE05B24-63B8-DE85-660E-DBE18F556C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2DB899-585C-F6F1-2522-F6C030FB9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D314-5F94-466C-AC7E-78787C3383E6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3FD200-DC28-BD2D-9BFA-4E139CE1B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5C8AA3-3257-7683-5430-909FC8C85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7B90-046E-45D2-8CCA-9F0031324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634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549C678-2F40-BF93-5390-E15C2B2970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16A2BE0-80C2-120F-D485-A347CE4EB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74E13B-0B1D-33AA-3247-2A9DBD5D3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D314-5F94-466C-AC7E-78787C3383E6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FA6EC6-B2CB-FA13-BFDA-099A1A301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316A43-EF64-924E-FE7D-A4CABE324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7B90-046E-45D2-8CCA-9F0031324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2690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DB8458-1A8E-6511-11CB-48A8BE5A0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A83A877-9C07-9262-D54F-8073D1778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ED000F-7073-2DF3-F9B5-0561B19E9D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EDD314-5F94-466C-AC7E-78787C3383E6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433B4C-131B-5A79-01A7-97971168FF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B3A7E3-A770-532B-95BB-3EB74C0E8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27B90-046E-45D2-8CCA-9F0031324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227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F156C9-9C26-FE5D-B89A-9CFF31E75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1097" y="1454383"/>
            <a:ext cx="9389806" cy="2387600"/>
          </a:xfrm>
        </p:spPr>
        <p:txBody>
          <a:bodyPr>
            <a:normAutofit fontScale="90000"/>
          </a:bodyPr>
          <a:lstStyle/>
          <a:p>
            <a:r>
              <a:rPr lang="ru-RU" dirty="0"/>
              <a:t>Моделирование</a:t>
            </a:r>
            <a:br>
              <a:rPr lang="ru-RU" dirty="0"/>
            </a:br>
            <a:r>
              <a:rPr lang="ru-RU" dirty="0"/>
              <a:t>бизнес-процесса</a:t>
            </a:r>
            <a:br>
              <a:rPr lang="ru-RU" dirty="0"/>
            </a:br>
            <a:r>
              <a:rPr lang="ru-RU" dirty="0"/>
              <a:t>«Мятное желе»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ACC45B8-CDAA-4C9D-3150-BC99F80E1E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06305"/>
            <a:ext cx="9144000" cy="881472"/>
          </a:xfrm>
        </p:spPr>
        <p:txBody>
          <a:bodyPr>
            <a:normAutofit/>
          </a:bodyPr>
          <a:lstStyle/>
          <a:p>
            <a:r>
              <a:rPr lang="ru-RU" b="1" dirty="0"/>
              <a:t>«МИРЭА </a:t>
            </a:r>
            <a:r>
              <a:rPr lang="ru-RU" b="1" dirty="0">
                <a:sym typeface="Symbol" panose="05050102010706020507" pitchFamily="18" charset="2"/>
              </a:rPr>
              <a:t></a:t>
            </a:r>
            <a:r>
              <a:rPr lang="ru-RU" b="1" dirty="0"/>
              <a:t> Российский технологический университет»</a:t>
            </a:r>
            <a:endParaRPr lang="ru-RU" dirty="0"/>
          </a:p>
          <a:p>
            <a:r>
              <a:rPr lang="ru-RU" b="1" dirty="0"/>
              <a:t>РТУ МИРЭА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61F94B-8902-A3E2-9229-E032ACD1949C}"/>
              </a:ext>
            </a:extLst>
          </p:cNvPr>
          <p:cNvSpPr txBox="1"/>
          <p:nvPr/>
        </p:nvSpPr>
        <p:spPr>
          <a:xfrm>
            <a:off x="7584392" y="6184490"/>
            <a:ext cx="460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Студент группы ИНБО-12-23 </a:t>
            </a:r>
            <a:r>
              <a:rPr lang="ru-RU" dirty="0" err="1"/>
              <a:t>Албахтин</a:t>
            </a:r>
            <a:r>
              <a:rPr lang="ru-RU" dirty="0"/>
              <a:t> И.В.</a:t>
            </a:r>
          </a:p>
        </p:txBody>
      </p:sp>
      <p:pic>
        <p:nvPicPr>
          <p:cNvPr id="10" name="Рисунок 9" descr="Изображение выглядит как эмблема, герб, символ, коро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07B16B3-8D9B-5FED-43B9-1EC834370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47" y="304178"/>
            <a:ext cx="1267407" cy="14011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5E722A3-DB4A-9A7D-E748-60A3E9B8FA3A}"/>
              </a:ext>
            </a:extLst>
          </p:cNvPr>
          <p:cNvSpPr txBox="1"/>
          <p:nvPr/>
        </p:nvSpPr>
        <p:spPr>
          <a:xfrm>
            <a:off x="88065" y="6184490"/>
            <a:ext cx="3376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Преподаватель Соколова М.Д.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948DAB-655E-8E73-AC9B-81B359323C5A}"/>
              </a:ext>
            </a:extLst>
          </p:cNvPr>
          <p:cNvSpPr txBox="1"/>
          <p:nvPr/>
        </p:nvSpPr>
        <p:spPr>
          <a:xfrm>
            <a:off x="2815294" y="4887777"/>
            <a:ext cx="6561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/>
              <a:t>Институт информационных технологий (ИИТ)</a:t>
            </a:r>
            <a:endParaRPr lang="ru-RU" dirty="0"/>
          </a:p>
          <a:p>
            <a:pPr algn="ctr"/>
            <a:r>
              <a:rPr lang="ru-RU" b="1" dirty="0"/>
              <a:t>Кафедра практической и прикладной информатики (ППИ)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7515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417049C-29CB-29ED-0EAA-3729DB0401D5}"/>
              </a:ext>
            </a:extLst>
          </p:cNvPr>
          <p:cNvSpPr txBox="1">
            <a:spLocks/>
          </p:cNvSpPr>
          <p:nvPr/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Схема процесса «Приготовить блюдо под заказ»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51F43EF-D922-9D21-76D8-F644BB5AFA0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920"/>
          <a:stretch>
            <a:fillRect/>
          </a:stretch>
        </p:blipFill>
        <p:spPr bwMode="auto">
          <a:xfrm>
            <a:off x="483480" y="2314512"/>
            <a:ext cx="11193887" cy="330953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668342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8D41CF8-5232-42BC-8D05-AFEDE2153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1256"/>
            <a:ext cx="12192000" cy="6869256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3350A8-0AD5-3422-C5C9-2B2A4CF4B91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Подпроцесс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«</a:t>
            </a:r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Приготовить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мятный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чай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»</a:t>
            </a:r>
          </a:p>
        </p:txBody>
      </p:sp>
      <p:sp>
        <p:nvSpPr>
          <p:cNvPr id="28" name="Rounded Rectangle 5">
            <a:extLst>
              <a:ext uri="{FF2B5EF4-FFF2-40B4-BE49-F238E27FC236}">
                <a16:creationId xmlns:a16="http://schemas.microsoft.com/office/drawing/2014/main" id="{49237091-E62C-4878-AA4C-0B9995ADB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28801"/>
            <a:ext cx="10515600" cy="43624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DD91A0B-B22E-AD4E-F38C-EE9E16D04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40" y="2565731"/>
            <a:ext cx="9894011" cy="232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633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5C9D962-F904-4553-A140-500CF3EFC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2FE0FA2-B10C-4B9F-B9CC-E5D9AD400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1314048">
            <a:off x="-271537" y="-884980"/>
            <a:ext cx="12642772" cy="6248341"/>
          </a:xfrm>
          <a:custGeom>
            <a:avLst/>
            <a:gdLst>
              <a:gd name="connsiteX0" fmla="*/ 12642772 w 12642772"/>
              <a:gd name="connsiteY0" fmla="*/ 4432052 h 6248341"/>
              <a:gd name="connsiteX1" fmla="*/ 586822 w 12642772"/>
              <a:gd name="connsiteY1" fmla="*/ 6248341 h 6248341"/>
              <a:gd name="connsiteX2" fmla="*/ 0 w 12642772"/>
              <a:gd name="connsiteY2" fmla="*/ 2394542 h 6248341"/>
              <a:gd name="connsiteX3" fmla="*/ 52893 w 12642772"/>
              <a:gd name="connsiteY3" fmla="*/ 2306669 h 6248341"/>
              <a:gd name="connsiteX4" fmla="*/ 131535 w 12642772"/>
              <a:gd name="connsiteY4" fmla="*/ 2293621 h 6248341"/>
              <a:gd name="connsiteX5" fmla="*/ 244153 w 12642772"/>
              <a:gd name="connsiteY5" fmla="*/ 2272261 h 6248341"/>
              <a:gd name="connsiteX6" fmla="*/ 324401 w 12642772"/>
              <a:gd name="connsiteY6" fmla="*/ 2233208 h 6248341"/>
              <a:gd name="connsiteX7" fmla="*/ 463569 w 12642772"/>
              <a:gd name="connsiteY7" fmla="*/ 2158308 h 6248341"/>
              <a:gd name="connsiteX8" fmla="*/ 582537 w 12642772"/>
              <a:gd name="connsiteY8" fmla="*/ 2095961 h 6248341"/>
              <a:gd name="connsiteX9" fmla="*/ 638937 w 12642772"/>
              <a:gd name="connsiteY9" fmla="*/ 2008169 h 6248341"/>
              <a:gd name="connsiteX10" fmla="*/ 749855 w 12642772"/>
              <a:gd name="connsiteY10" fmla="*/ 1936088 h 6248341"/>
              <a:gd name="connsiteX11" fmla="*/ 856553 w 12642772"/>
              <a:gd name="connsiteY11" fmla="*/ 1892728 h 6248341"/>
              <a:gd name="connsiteX12" fmla="*/ 939338 w 12642772"/>
              <a:gd name="connsiteY12" fmla="*/ 1863906 h 6248341"/>
              <a:gd name="connsiteX13" fmla="*/ 987836 w 12642772"/>
              <a:gd name="connsiteY13" fmla="*/ 1848470 h 6248341"/>
              <a:gd name="connsiteX14" fmla="*/ 1086094 w 12642772"/>
              <a:gd name="connsiteY14" fmla="*/ 1834336 h 6248341"/>
              <a:gd name="connsiteX15" fmla="*/ 1155607 w 12642772"/>
              <a:gd name="connsiteY15" fmla="*/ 1814299 h 6248341"/>
              <a:gd name="connsiteX16" fmla="*/ 1219621 w 12642772"/>
              <a:gd name="connsiteY16" fmla="*/ 1774472 h 6248341"/>
              <a:gd name="connsiteX17" fmla="*/ 1275113 w 12642772"/>
              <a:gd name="connsiteY17" fmla="*/ 1734756 h 6248341"/>
              <a:gd name="connsiteX18" fmla="*/ 1337800 w 12642772"/>
              <a:gd name="connsiteY18" fmla="*/ 1684579 h 6248341"/>
              <a:gd name="connsiteX19" fmla="*/ 1526287 w 12642772"/>
              <a:gd name="connsiteY19" fmla="*/ 1602057 h 6248341"/>
              <a:gd name="connsiteX20" fmla="*/ 1579126 w 12642772"/>
              <a:gd name="connsiteY20" fmla="*/ 1559561 h 6248341"/>
              <a:gd name="connsiteX21" fmla="*/ 1651242 w 12642772"/>
              <a:gd name="connsiteY21" fmla="*/ 1546569 h 6248341"/>
              <a:gd name="connsiteX22" fmla="*/ 1712038 w 12642772"/>
              <a:gd name="connsiteY22" fmla="*/ 1533432 h 6248341"/>
              <a:gd name="connsiteX23" fmla="*/ 1758402 w 12642772"/>
              <a:gd name="connsiteY23" fmla="*/ 1525816 h 6248341"/>
              <a:gd name="connsiteX24" fmla="*/ 1831776 w 12642772"/>
              <a:gd name="connsiteY24" fmla="*/ 1504679 h 6248341"/>
              <a:gd name="connsiteX25" fmla="*/ 1963032 w 12642772"/>
              <a:gd name="connsiteY25" fmla="*/ 1472999 h 6248341"/>
              <a:gd name="connsiteX26" fmla="*/ 2006520 w 12642772"/>
              <a:gd name="connsiteY26" fmla="*/ 1464281 h 6248341"/>
              <a:gd name="connsiteX27" fmla="*/ 2049195 w 12642772"/>
              <a:gd name="connsiteY27" fmla="*/ 1459572 h 6248341"/>
              <a:gd name="connsiteX28" fmla="*/ 2125117 w 12642772"/>
              <a:gd name="connsiteY28" fmla="*/ 1432093 h 6248341"/>
              <a:gd name="connsiteX29" fmla="*/ 2234987 w 12642772"/>
              <a:gd name="connsiteY29" fmla="*/ 1408543 h 6248341"/>
              <a:gd name="connsiteX30" fmla="*/ 2349979 w 12642772"/>
              <a:gd name="connsiteY30" fmla="*/ 1370325 h 6248341"/>
              <a:gd name="connsiteX31" fmla="*/ 2490342 w 12642772"/>
              <a:gd name="connsiteY31" fmla="*/ 1337371 h 6248341"/>
              <a:gd name="connsiteX32" fmla="*/ 2721983 w 12642772"/>
              <a:gd name="connsiteY32" fmla="*/ 1255221 h 6248341"/>
              <a:gd name="connsiteX33" fmla="*/ 2740778 w 12642772"/>
              <a:gd name="connsiteY33" fmla="*/ 1232389 h 6248341"/>
              <a:gd name="connsiteX34" fmla="*/ 2772006 w 12642772"/>
              <a:gd name="connsiteY34" fmla="*/ 1218123 h 6248341"/>
              <a:gd name="connsiteX35" fmla="*/ 2850754 w 12642772"/>
              <a:gd name="connsiteY35" fmla="*/ 1180094 h 6248341"/>
              <a:gd name="connsiteX36" fmla="*/ 2872381 w 12642772"/>
              <a:gd name="connsiteY36" fmla="*/ 1159349 h 6248341"/>
              <a:gd name="connsiteX37" fmla="*/ 2877664 w 12642772"/>
              <a:gd name="connsiteY37" fmla="*/ 1153429 h 6248341"/>
              <a:gd name="connsiteX38" fmla="*/ 2898982 w 12642772"/>
              <a:gd name="connsiteY38" fmla="*/ 1143332 h 6248341"/>
              <a:gd name="connsiteX39" fmla="*/ 2900154 w 12642772"/>
              <a:gd name="connsiteY39" fmla="*/ 1144257 h 6248341"/>
              <a:gd name="connsiteX40" fmla="*/ 2913224 w 12642772"/>
              <a:gd name="connsiteY40" fmla="*/ 1144530 h 6248341"/>
              <a:gd name="connsiteX41" fmla="*/ 2936660 w 12642772"/>
              <a:gd name="connsiteY41" fmla="*/ 1142412 h 6248341"/>
              <a:gd name="connsiteX42" fmla="*/ 2997572 w 12642772"/>
              <a:gd name="connsiteY42" fmla="*/ 1141831 h 6248341"/>
              <a:gd name="connsiteX43" fmla="*/ 3044472 w 12642772"/>
              <a:gd name="connsiteY43" fmla="*/ 1131369 h 6248341"/>
              <a:gd name="connsiteX44" fmla="*/ 3044790 w 12642772"/>
              <a:gd name="connsiteY44" fmla="*/ 1131569 h 6248341"/>
              <a:gd name="connsiteX45" fmla="*/ 3053469 w 12642772"/>
              <a:gd name="connsiteY45" fmla="*/ 1129009 h 6248341"/>
              <a:gd name="connsiteX46" fmla="*/ 3058924 w 12642772"/>
              <a:gd name="connsiteY46" fmla="*/ 1126056 h 6248341"/>
              <a:gd name="connsiteX47" fmla="*/ 3074299 w 12642772"/>
              <a:gd name="connsiteY47" fmla="*/ 1120405 h 6248341"/>
              <a:gd name="connsiteX48" fmla="*/ 3080657 w 12642772"/>
              <a:gd name="connsiteY48" fmla="*/ 1120171 h 6248341"/>
              <a:gd name="connsiteX49" fmla="*/ 3085901 w 12642772"/>
              <a:gd name="connsiteY49" fmla="*/ 1121681 h 6248341"/>
              <a:gd name="connsiteX50" fmla="*/ 3109448 w 12642772"/>
              <a:gd name="connsiteY50" fmla="*/ 1097576 h 6248341"/>
              <a:gd name="connsiteX51" fmla="*/ 3120280 w 12642772"/>
              <a:gd name="connsiteY51" fmla="*/ 1092673 h 6248341"/>
              <a:gd name="connsiteX52" fmla="*/ 3151969 w 12642772"/>
              <a:gd name="connsiteY52" fmla="*/ 1093148 h 6248341"/>
              <a:gd name="connsiteX53" fmla="*/ 3156202 w 12642772"/>
              <a:gd name="connsiteY53" fmla="*/ 1091941 h 6248341"/>
              <a:gd name="connsiteX54" fmla="*/ 3218578 w 12642772"/>
              <a:gd name="connsiteY54" fmla="*/ 1084695 h 6248341"/>
              <a:gd name="connsiteX55" fmla="*/ 3291572 w 12642772"/>
              <a:gd name="connsiteY55" fmla="*/ 1074108 h 6248341"/>
              <a:gd name="connsiteX56" fmla="*/ 3335322 w 12642772"/>
              <a:gd name="connsiteY56" fmla="*/ 1065344 h 6248341"/>
              <a:gd name="connsiteX57" fmla="*/ 3444471 w 12642772"/>
              <a:gd name="connsiteY57" fmla="*/ 1040037 h 6248341"/>
              <a:gd name="connsiteX58" fmla="*/ 3516736 w 12642772"/>
              <a:gd name="connsiteY58" fmla="*/ 1044495 h 6248341"/>
              <a:gd name="connsiteX59" fmla="*/ 3529913 w 12642772"/>
              <a:gd name="connsiteY59" fmla="*/ 1036395 h 6248341"/>
              <a:gd name="connsiteX60" fmla="*/ 3534215 w 12642772"/>
              <a:gd name="connsiteY60" fmla="*/ 1032644 h 6248341"/>
              <a:gd name="connsiteX61" fmla="*/ 3541901 w 12642772"/>
              <a:gd name="connsiteY61" fmla="*/ 1028655 h 6248341"/>
              <a:gd name="connsiteX62" fmla="*/ 3542297 w 12642772"/>
              <a:gd name="connsiteY62" fmla="*/ 1028781 h 6248341"/>
              <a:gd name="connsiteX63" fmla="*/ 3549091 w 12642772"/>
              <a:gd name="connsiteY63" fmla="*/ 1024603 h 6248341"/>
              <a:gd name="connsiteX64" fmla="*/ 3668564 w 12642772"/>
              <a:gd name="connsiteY64" fmla="*/ 992085 h 6248341"/>
              <a:gd name="connsiteX65" fmla="*/ 3681760 w 12642772"/>
              <a:gd name="connsiteY65" fmla="*/ 989897 h 6248341"/>
              <a:gd name="connsiteX66" fmla="*/ 3683298 w 12642772"/>
              <a:gd name="connsiteY66" fmla="*/ 990533 h 6248341"/>
              <a:gd name="connsiteX67" fmla="*/ 3701238 w 12642772"/>
              <a:gd name="connsiteY67" fmla="*/ 978370 h 6248341"/>
              <a:gd name="connsiteX68" fmla="*/ 3727029 w 12642772"/>
              <a:gd name="connsiteY68" fmla="*/ 982634 h 6248341"/>
              <a:gd name="connsiteX69" fmla="*/ 3827462 w 12642772"/>
              <a:gd name="connsiteY69" fmla="*/ 983777 h 6248341"/>
              <a:gd name="connsiteX70" fmla="*/ 3939255 w 12642772"/>
              <a:gd name="connsiteY70" fmla="*/ 962526 h 6248341"/>
              <a:gd name="connsiteX71" fmla="*/ 3976764 w 12642772"/>
              <a:gd name="connsiteY71" fmla="*/ 943975 h 6248341"/>
              <a:gd name="connsiteX72" fmla="*/ 4039745 w 12642772"/>
              <a:gd name="connsiteY72" fmla="*/ 913576 h 6248341"/>
              <a:gd name="connsiteX73" fmla="*/ 4081478 w 12642772"/>
              <a:gd name="connsiteY73" fmla="*/ 863744 h 6248341"/>
              <a:gd name="connsiteX74" fmla="*/ 4136255 w 12642772"/>
              <a:gd name="connsiteY74" fmla="*/ 849070 h 6248341"/>
              <a:gd name="connsiteX75" fmla="*/ 4155885 w 12642772"/>
              <a:gd name="connsiteY75" fmla="*/ 880724 h 6248341"/>
              <a:gd name="connsiteX76" fmla="*/ 4212239 w 12642772"/>
              <a:gd name="connsiteY76" fmla="*/ 853648 h 6248341"/>
              <a:gd name="connsiteX77" fmla="*/ 4296968 w 12642772"/>
              <a:gd name="connsiteY77" fmla="*/ 808725 h 6248341"/>
              <a:gd name="connsiteX78" fmla="*/ 4347619 w 12642772"/>
              <a:gd name="connsiteY78" fmla="*/ 791871 h 6248341"/>
              <a:gd name="connsiteX79" fmla="*/ 4484035 w 12642772"/>
              <a:gd name="connsiteY79" fmla="*/ 736001 h 6248341"/>
              <a:gd name="connsiteX80" fmla="*/ 4619194 w 12642772"/>
              <a:gd name="connsiteY80" fmla="*/ 672546 h 6248341"/>
              <a:gd name="connsiteX81" fmla="*/ 4648276 w 12642772"/>
              <a:gd name="connsiteY81" fmla="*/ 677255 h 6248341"/>
              <a:gd name="connsiteX82" fmla="*/ 4658535 w 12642772"/>
              <a:gd name="connsiteY82" fmla="*/ 658404 h 6248341"/>
              <a:gd name="connsiteX83" fmla="*/ 4684435 w 12642772"/>
              <a:gd name="connsiteY83" fmla="*/ 658040 h 6248341"/>
              <a:gd name="connsiteX84" fmla="*/ 4685966 w 12642772"/>
              <a:gd name="connsiteY84" fmla="*/ 659300 h 6248341"/>
              <a:gd name="connsiteX85" fmla="*/ 4773323 w 12642772"/>
              <a:gd name="connsiteY85" fmla="*/ 620033 h 6248341"/>
              <a:gd name="connsiteX86" fmla="*/ 4789881 w 12642772"/>
              <a:gd name="connsiteY86" fmla="*/ 612833 h 6248341"/>
              <a:gd name="connsiteX87" fmla="*/ 4793116 w 12642772"/>
              <a:gd name="connsiteY87" fmla="*/ 606807 h 6248341"/>
              <a:gd name="connsiteX88" fmla="*/ 4818294 w 12642772"/>
              <a:gd name="connsiteY88" fmla="*/ 598208 h 6248341"/>
              <a:gd name="connsiteX89" fmla="*/ 4889379 w 12642772"/>
              <a:gd name="connsiteY89" fmla="*/ 574856 h 6248341"/>
              <a:gd name="connsiteX90" fmla="*/ 4967000 w 12642772"/>
              <a:gd name="connsiteY90" fmla="*/ 563548 h 6248341"/>
              <a:gd name="connsiteX91" fmla="*/ 5011397 w 12642772"/>
              <a:gd name="connsiteY91" fmla="*/ 546508 h 6248341"/>
              <a:gd name="connsiteX92" fmla="*/ 5017511 w 12642772"/>
              <a:gd name="connsiteY92" fmla="*/ 542737 h 6248341"/>
              <a:gd name="connsiteX93" fmla="*/ 5022951 w 12642772"/>
              <a:gd name="connsiteY93" fmla="*/ 543578 h 6248341"/>
              <a:gd name="connsiteX94" fmla="*/ 5028686 w 12642772"/>
              <a:gd name="connsiteY94" fmla="*/ 550797 h 6248341"/>
              <a:gd name="connsiteX95" fmla="*/ 5055222 w 12642772"/>
              <a:gd name="connsiteY95" fmla="*/ 551685 h 6248341"/>
              <a:gd name="connsiteX96" fmla="*/ 5058043 w 12642772"/>
              <a:gd name="connsiteY96" fmla="*/ 549365 h 6248341"/>
              <a:gd name="connsiteX97" fmla="*/ 5080769 w 12642772"/>
              <a:gd name="connsiteY97" fmla="*/ 559110 h 6248341"/>
              <a:gd name="connsiteX98" fmla="*/ 5100831 w 12642772"/>
              <a:gd name="connsiteY98" fmla="*/ 578170 h 6248341"/>
              <a:gd name="connsiteX99" fmla="*/ 5323302 w 12642772"/>
              <a:gd name="connsiteY99" fmla="*/ 551607 h 6248341"/>
              <a:gd name="connsiteX100" fmla="*/ 5524173 w 12642772"/>
              <a:gd name="connsiteY100" fmla="*/ 623428 h 6248341"/>
              <a:gd name="connsiteX101" fmla="*/ 5644692 w 12642772"/>
              <a:gd name="connsiteY101" fmla="*/ 606574 h 6248341"/>
              <a:gd name="connsiteX102" fmla="*/ 5984259 w 12642772"/>
              <a:gd name="connsiteY102" fmla="*/ 559264 h 6248341"/>
              <a:gd name="connsiteX103" fmla="*/ 6059790 w 12642772"/>
              <a:gd name="connsiteY103" fmla="*/ 538457 h 6248341"/>
              <a:gd name="connsiteX104" fmla="*/ 6130495 w 12642772"/>
              <a:gd name="connsiteY104" fmla="*/ 565308 h 6248341"/>
              <a:gd name="connsiteX105" fmla="*/ 6157089 w 12642772"/>
              <a:gd name="connsiteY105" fmla="*/ 547229 h 6248341"/>
              <a:gd name="connsiteX106" fmla="*/ 6161628 w 12642772"/>
              <a:gd name="connsiteY106" fmla="*/ 543616 h 6248341"/>
              <a:gd name="connsiteX107" fmla="*/ 6180804 w 12642772"/>
              <a:gd name="connsiteY107" fmla="*/ 539939 h 6248341"/>
              <a:gd name="connsiteX108" fmla="*/ 6184951 w 12642772"/>
              <a:gd name="connsiteY108" fmla="*/ 525424 h 6248341"/>
              <a:gd name="connsiteX109" fmla="*/ 6212909 w 12642772"/>
              <a:gd name="connsiteY109" fmla="*/ 510232 h 6248341"/>
              <a:gd name="connsiteX110" fmla="*/ 6248556 w 12642772"/>
              <a:gd name="connsiteY110" fmla="*/ 507226 h 6248341"/>
              <a:gd name="connsiteX111" fmla="*/ 6419167 w 12642772"/>
              <a:gd name="connsiteY111" fmla="*/ 508015 h 6248341"/>
              <a:gd name="connsiteX112" fmla="*/ 6520553 w 12642772"/>
              <a:gd name="connsiteY112" fmla="*/ 499890 h 6248341"/>
              <a:gd name="connsiteX113" fmla="*/ 6557985 w 12642772"/>
              <a:gd name="connsiteY113" fmla="*/ 483298 h 6248341"/>
              <a:gd name="connsiteX114" fmla="*/ 6610986 w 12642772"/>
              <a:gd name="connsiteY114" fmla="*/ 469207 h 6248341"/>
              <a:gd name="connsiteX115" fmla="*/ 6703685 w 12642772"/>
              <a:gd name="connsiteY115" fmla="*/ 433885 h 6248341"/>
              <a:gd name="connsiteX116" fmla="*/ 6829686 w 12642772"/>
              <a:gd name="connsiteY116" fmla="*/ 404609 h 6248341"/>
              <a:gd name="connsiteX117" fmla="*/ 6926071 w 12642772"/>
              <a:gd name="connsiteY117" fmla="*/ 440952 h 6248341"/>
              <a:gd name="connsiteX118" fmla="*/ 6933459 w 12642772"/>
              <a:gd name="connsiteY118" fmla="*/ 430117 h 6248341"/>
              <a:gd name="connsiteX119" fmla="*/ 6997730 w 12642772"/>
              <a:gd name="connsiteY119" fmla="*/ 427075 h 6248341"/>
              <a:gd name="connsiteX120" fmla="*/ 7228068 w 12642772"/>
              <a:gd name="connsiteY120" fmla="*/ 485987 h 6248341"/>
              <a:gd name="connsiteX121" fmla="*/ 7353524 w 12642772"/>
              <a:gd name="connsiteY121" fmla="*/ 478122 h 6248341"/>
              <a:gd name="connsiteX122" fmla="*/ 7397216 w 12642772"/>
              <a:gd name="connsiteY122" fmla="*/ 464113 h 6248341"/>
              <a:gd name="connsiteX123" fmla="*/ 7470470 w 12642772"/>
              <a:gd name="connsiteY123" fmla="*/ 441338 h 6248341"/>
              <a:gd name="connsiteX124" fmla="*/ 7523162 w 12642772"/>
              <a:gd name="connsiteY124" fmla="*/ 396692 h 6248341"/>
              <a:gd name="connsiteX125" fmla="*/ 7585229 w 12642772"/>
              <a:gd name="connsiteY125" fmla="*/ 388596 h 6248341"/>
              <a:gd name="connsiteX126" fmla="*/ 7602312 w 12642772"/>
              <a:gd name="connsiteY126" fmla="*/ 422441 h 6248341"/>
              <a:gd name="connsiteX127" fmla="*/ 7667842 w 12642772"/>
              <a:gd name="connsiteY127" fmla="*/ 402184 h 6248341"/>
              <a:gd name="connsiteX128" fmla="*/ 7766955 w 12642772"/>
              <a:gd name="connsiteY128" fmla="*/ 367538 h 6248341"/>
              <a:gd name="connsiteX129" fmla="*/ 7824808 w 12642772"/>
              <a:gd name="connsiteY129" fmla="*/ 356782 h 6248341"/>
              <a:gd name="connsiteX130" fmla="*/ 7982082 w 12642772"/>
              <a:gd name="connsiteY130" fmla="*/ 317381 h 6248341"/>
              <a:gd name="connsiteX131" fmla="*/ 8139042 w 12642772"/>
              <a:gd name="connsiteY131" fmla="*/ 270278 h 6248341"/>
              <a:gd name="connsiteX132" fmla="*/ 8188479 w 12642772"/>
              <a:gd name="connsiteY132" fmla="*/ 250893 h 6248341"/>
              <a:gd name="connsiteX133" fmla="*/ 8197460 w 12642772"/>
              <a:gd name="connsiteY133" fmla="*/ 227412 h 6248341"/>
              <a:gd name="connsiteX134" fmla="*/ 8236543 w 12642772"/>
              <a:gd name="connsiteY134" fmla="*/ 231896 h 6248341"/>
              <a:gd name="connsiteX135" fmla="*/ 8288656 w 12642772"/>
              <a:gd name="connsiteY135" fmla="*/ 233518 h 6248341"/>
              <a:gd name="connsiteX136" fmla="*/ 8365194 w 12642772"/>
              <a:gd name="connsiteY136" fmla="*/ 255354 h 6248341"/>
              <a:gd name="connsiteX137" fmla="*/ 8371093 w 12642772"/>
              <a:gd name="connsiteY137" fmla="*/ 253056 h 6248341"/>
              <a:gd name="connsiteX138" fmla="*/ 8380079 w 12642772"/>
              <a:gd name="connsiteY138" fmla="*/ 251533 h 6248341"/>
              <a:gd name="connsiteX139" fmla="*/ 8380352 w 12642772"/>
              <a:gd name="connsiteY139" fmla="*/ 251771 h 6248341"/>
              <a:gd name="connsiteX140" fmla="*/ 8388670 w 12642772"/>
              <a:gd name="connsiteY140" fmla="*/ 249803 h 6248341"/>
              <a:gd name="connsiteX141" fmla="*/ 8439400 w 12642772"/>
              <a:gd name="connsiteY141" fmla="*/ 252189 h 6248341"/>
              <a:gd name="connsiteX142" fmla="*/ 8502127 w 12642772"/>
              <a:gd name="connsiteY142" fmla="*/ 246524 h 6248341"/>
              <a:gd name="connsiteX143" fmla="*/ 8575600 w 12642772"/>
              <a:gd name="connsiteY143" fmla="*/ 247912 h 6248341"/>
              <a:gd name="connsiteX144" fmla="*/ 8609423 w 12642772"/>
              <a:gd name="connsiteY144" fmla="*/ 225288 h 6248341"/>
              <a:gd name="connsiteX145" fmla="*/ 8628794 w 12642772"/>
              <a:gd name="connsiteY145" fmla="*/ 220632 h 6248341"/>
              <a:gd name="connsiteX146" fmla="*/ 8631243 w 12642772"/>
              <a:gd name="connsiteY146" fmla="*/ 221270 h 6248341"/>
              <a:gd name="connsiteX147" fmla="*/ 8708752 w 12642772"/>
              <a:gd name="connsiteY147" fmla="*/ 203517 h 6248341"/>
              <a:gd name="connsiteX148" fmla="*/ 8825952 w 12642772"/>
              <a:gd name="connsiteY148" fmla="*/ 177822 h 6248341"/>
              <a:gd name="connsiteX149" fmla="*/ 8862166 w 12642772"/>
              <a:gd name="connsiteY149" fmla="*/ 170735 h 6248341"/>
              <a:gd name="connsiteX150" fmla="*/ 8884490 w 12642772"/>
              <a:gd name="connsiteY150" fmla="*/ 165616 h 6248341"/>
              <a:gd name="connsiteX151" fmla="*/ 8918298 w 12642772"/>
              <a:gd name="connsiteY151" fmla="*/ 194546 h 6248341"/>
              <a:gd name="connsiteX152" fmla="*/ 8948572 w 12642772"/>
              <a:gd name="connsiteY152" fmla="*/ 207940 h 6248341"/>
              <a:gd name="connsiteX153" fmla="*/ 9104724 w 12642772"/>
              <a:gd name="connsiteY153" fmla="*/ 178319 h 6248341"/>
              <a:gd name="connsiteX154" fmla="*/ 9198328 w 12642772"/>
              <a:gd name="connsiteY154" fmla="*/ 159122 h 6248341"/>
              <a:gd name="connsiteX155" fmla="*/ 9339412 w 12642772"/>
              <a:gd name="connsiteY155" fmla="*/ 203422 h 6248341"/>
              <a:gd name="connsiteX156" fmla="*/ 9409165 w 12642772"/>
              <a:gd name="connsiteY156" fmla="*/ 216989 h 6248341"/>
              <a:gd name="connsiteX157" fmla="*/ 9516379 w 12642772"/>
              <a:gd name="connsiteY157" fmla="*/ 220757 h 6248341"/>
              <a:gd name="connsiteX158" fmla="*/ 9615958 w 12642772"/>
              <a:gd name="connsiteY158" fmla="*/ 196389 h 6248341"/>
              <a:gd name="connsiteX159" fmla="*/ 9860346 w 12642772"/>
              <a:gd name="connsiteY159" fmla="*/ 177067 h 6248341"/>
              <a:gd name="connsiteX160" fmla="*/ 10071193 w 12642772"/>
              <a:gd name="connsiteY160" fmla="*/ 142345 h 6248341"/>
              <a:gd name="connsiteX161" fmla="*/ 10270876 w 12642772"/>
              <a:gd name="connsiteY161" fmla="*/ 164464 h 6248341"/>
              <a:gd name="connsiteX162" fmla="*/ 10338607 w 12642772"/>
              <a:gd name="connsiteY162" fmla="*/ 202846 h 6248341"/>
              <a:gd name="connsiteX163" fmla="*/ 10370927 w 12642772"/>
              <a:gd name="connsiteY163" fmla="*/ 198630 h 6248341"/>
              <a:gd name="connsiteX164" fmla="*/ 10423650 w 12642772"/>
              <a:gd name="connsiteY164" fmla="*/ 187033 h 6248341"/>
              <a:gd name="connsiteX165" fmla="*/ 10507238 w 12642772"/>
              <a:gd name="connsiteY165" fmla="*/ 199359 h 6248341"/>
              <a:gd name="connsiteX166" fmla="*/ 10712234 w 12642772"/>
              <a:gd name="connsiteY166" fmla="*/ 202150 h 6248341"/>
              <a:gd name="connsiteX167" fmla="*/ 10955598 w 12642772"/>
              <a:gd name="connsiteY167" fmla="*/ 236823 h 6248341"/>
              <a:gd name="connsiteX168" fmla="*/ 11210395 w 12642772"/>
              <a:gd name="connsiteY168" fmla="*/ 197924 h 6248341"/>
              <a:gd name="connsiteX169" fmla="*/ 11355556 w 12642772"/>
              <a:gd name="connsiteY169" fmla="*/ 131371 h 6248341"/>
              <a:gd name="connsiteX170" fmla="*/ 11531644 w 12642772"/>
              <a:gd name="connsiteY170" fmla="*/ 99364 h 6248341"/>
              <a:gd name="connsiteX171" fmla="*/ 11719114 w 12642772"/>
              <a:gd name="connsiteY171" fmla="*/ 62439 h 6248341"/>
              <a:gd name="connsiteX172" fmla="*/ 11814686 w 12642772"/>
              <a:gd name="connsiteY172" fmla="*/ 38458 h 6248341"/>
              <a:gd name="connsiteX173" fmla="*/ 11865687 w 12642772"/>
              <a:gd name="connsiteY173" fmla="*/ 10088 h 6248341"/>
              <a:gd name="connsiteX174" fmla="*/ 11957454 w 12642772"/>
              <a:gd name="connsiteY174" fmla="*/ 4020 h 6248341"/>
              <a:gd name="connsiteX175" fmla="*/ 11975060 w 12642772"/>
              <a:gd name="connsiteY175" fmla="*/ 0 h 6248341"/>
              <a:gd name="connsiteX176" fmla="*/ 12006839 w 12642772"/>
              <a:gd name="connsiteY176" fmla="*/ 210943 h 6248341"/>
              <a:gd name="connsiteX177" fmla="*/ 12642772 w 12642772"/>
              <a:gd name="connsiteY177" fmla="*/ 4432052 h 6248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12642772" h="6248341">
                <a:moveTo>
                  <a:pt x="12642772" y="4432052"/>
                </a:moveTo>
                <a:lnTo>
                  <a:pt x="586822" y="6248341"/>
                </a:lnTo>
                <a:cubicBezTo>
                  <a:pt x="413471" y="5111477"/>
                  <a:pt x="173350" y="3531407"/>
                  <a:pt x="0" y="2394542"/>
                </a:cubicBezTo>
                <a:lnTo>
                  <a:pt x="52893" y="2306669"/>
                </a:lnTo>
                <a:cubicBezTo>
                  <a:pt x="67266" y="2306793"/>
                  <a:pt x="118504" y="2297204"/>
                  <a:pt x="131535" y="2293621"/>
                </a:cubicBezTo>
                <a:cubicBezTo>
                  <a:pt x="235982" y="2302858"/>
                  <a:pt x="197087" y="2291745"/>
                  <a:pt x="244153" y="2272261"/>
                </a:cubicBezTo>
                <a:cubicBezTo>
                  <a:pt x="288465" y="2263813"/>
                  <a:pt x="287831" y="2252199"/>
                  <a:pt x="324401" y="2233208"/>
                </a:cubicBezTo>
                <a:lnTo>
                  <a:pt x="463569" y="2158308"/>
                </a:lnTo>
                <a:cubicBezTo>
                  <a:pt x="506591" y="2135434"/>
                  <a:pt x="546976" y="2145326"/>
                  <a:pt x="582537" y="2095961"/>
                </a:cubicBezTo>
                <a:lnTo>
                  <a:pt x="638937" y="2008169"/>
                </a:lnTo>
                <a:cubicBezTo>
                  <a:pt x="686285" y="1999141"/>
                  <a:pt x="708248" y="1959382"/>
                  <a:pt x="749855" y="1936088"/>
                </a:cubicBezTo>
                <a:cubicBezTo>
                  <a:pt x="791527" y="1909991"/>
                  <a:pt x="819909" y="1906478"/>
                  <a:pt x="856553" y="1892728"/>
                </a:cubicBezTo>
                <a:cubicBezTo>
                  <a:pt x="872688" y="1896553"/>
                  <a:pt x="926797" y="1876988"/>
                  <a:pt x="939338" y="1863906"/>
                </a:cubicBezTo>
                <a:cubicBezTo>
                  <a:pt x="981108" y="1859053"/>
                  <a:pt x="963180" y="1865189"/>
                  <a:pt x="987836" y="1848470"/>
                </a:cubicBezTo>
                <a:cubicBezTo>
                  <a:pt x="1023003" y="1873965"/>
                  <a:pt x="1058671" y="1841751"/>
                  <a:pt x="1086094" y="1834336"/>
                </a:cubicBezTo>
                <a:cubicBezTo>
                  <a:pt x="1102835" y="1828051"/>
                  <a:pt x="1139360" y="1818268"/>
                  <a:pt x="1155607" y="1814299"/>
                </a:cubicBezTo>
                <a:cubicBezTo>
                  <a:pt x="1183758" y="1810365"/>
                  <a:pt x="1218373" y="1759163"/>
                  <a:pt x="1219621" y="1774472"/>
                </a:cubicBezTo>
                <a:cubicBezTo>
                  <a:pt x="1242899" y="1773567"/>
                  <a:pt x="1244829" y="1741322"/>
                  <a:pt x="1275113" y="1734756"/>
                </a:cubicBezTo>
                <a:cubicBezTo>
                  <a:pt x="1334421" y="1687737"/>
                  <a:pt x="1295937" y="1706696"/>
                  <a:pt x="1337800" y="1684579"/>
                </a:cubicBezTo>
                <a:cubicBezTo>
                  <a:pt x="1379663" y="1662462"/>
                  <a:pt x="1466954" y="1627202"/>
                  <a:pt x="1526287" y="1602057"/>
                </a:cubicBezTo>
                <a:cubicBezTo>
                  <a:pt x="1553390" y="1592996"/>
                  <a:pt x="1540999" y="1570289"/>
                  <a:pt x="1579126" y="1559561"/>
                </a:cubicBezTo>
                <a:cubicBezTo>
                  <a:pt x="1602892" y="1557552"/>
                  <a:pt x="1622220" y="1540740"/>
                  <a:pt x="1651242" y="1546569"/>
                </a:cubicBezTo>
                <a:cubicBezTo>
                  <a:pt x="1661191" y="1549244"/>
                  <a:pt x="1688001" y="1544372"/>
                  <a:pt x="1712038" y="1533432"/>
                </a:cubicBezTo>
                <a:cubicBezTo>
                  <a:pt x="1722220" y="1540383"/>
                  <a:pt x="1747544" y="1527611"/>
                  <a:pt x="1758402" y="1525816"/>
                </a:cubicBezTo>
                <a:cubicBezTo>
                  <a:pt x="1772533" y="1530625"/>
                  <a:pt x="1819420" y="1514186"/>
                  <a:pt x="1831776" y="1504679"/>
                </a:cubicBezTo>
                <a:lnTo>
                  <a:pt x="1963032" y="1472999"/>
                </a:lnTo>
                <a:lnTo>
                  <a:pt x="2006520" y="1464281"/>
                </a:lnTo>
                <a:cubicBezTo>
                  <a:pt x="2014344" y="1465241"/>
                  <a:pt x="2041522" y="1459774"/>
                  <a:pt x="2049195" y="1459572"/>
                </a:cubicBezTo>
                <a:cubicBezTo>
                  <a:pt x="2087954" y="1443290"/>
                  <a:pt x="2101777" y="1440700"/>
                  <a:pt x="2125117" y="1432093"/>
                </a:cubicBezTo>
                <a:cubicBezTo>
                  <a:pt x="2165647" y="1425840"/>
                  <a:pt x="2196015" y="1424572"/>
                  <a:pt x="2234987" y="1408543"/>
                </a:cubicBezTo>
                <a:lnTo>
                  <a:pt x="2349979" y="1370325"/>
                </a:lnTo>
                <a:cubicBezTo>
                  <a:pt x="2404061" y="1372089"/>
                  <a:pt x="2474940" y="1352732"/>
                  <a:pt x="2490342" y="1337371"/>
                </a:cubicBezTo>
                <a:cubicBezTo>
                  <a:pt x="2552946" y="1313179"/>
                  <a:pt x="2651266" y="1271354"/>
                  <a:pt x="2721983" y="1255221"/>
                </a:cubicBezTo>
                <a:lnTo>
                  <a:pt x="2740778" y="1232389"/>
                </a:lnTo>
                <a:lnTo>
                  <a:pt x="2772006" y="1218123"/>
                </a:lnTo>
                <a:cubicBezTo>
                  <a:pt x="2798565" y="1204582"/>
                  <a:pt x="2824316" y="1189775"/>
                  <a:pt x="2850754" y="1180094"/>
                </a:cubicBezTo>
                <a:cubicBezTo>
                  <a:pt x="2858486" y="1174495"/>
                  <a:pt x="2865479" y="1167162"/>
                  <a:pt x="2872381" y="1159349"/>
                </a:cubicBezTo>
                <a:lnTo>
                  <a:pt x="2877664" y="1153429"/>
                </a:lnTo>
                <a:lnTo>
                  <a:pt x="2898982" y="1143332"/>
                </a:lnTo>
                <a:lnTo>
                  <a:pt x="2900154" y="1144257"/>
                </a:lnTo>
                <a:cubicBezTo>
                  <a:pt x="2903604" y="1145940"/>
                  <a:pt x="2907687" y="1146454"/>
                  <a:pt x="2913224" y="1144530"/>
                </a:cubicBezTo>
                <a:cubicBezTo>
                  <a:pt x="2914663" y="1164458"/>
                  <a:pt x="2920456" y="1149846"/>
                  <a:pt x="2936660" y="1142412"/>
                </a:cubicBezTo>
                <a:cubicBezTo>
                  <a:pt x="2942509" y="1171704"/>
                  <a:pt x="2981016" y="1130300"/>
                  <a:pt x="2997572" y="1141831"/>
                </a:cubicBezTo>
                <a:lnTo>
                  <a:pt x="3044472" y="1131369"/>
                </a:lnTo>
                <a:lnTo>
                  <a:pt x="3044790" y="1131569"/>
                </a:lnTo>
                <a:cubicBezTo>
                  <a:pt x="3046855" y="1131486"/>
                  <a:pt x="3049590" y="1130734"/>
                  <a:pt x="3053469" y="1129009"/>
                </a:cubicBezTo>
                <a:lnTo>
                  <a:pt x="3058924" y="1126056"/>
                </a:lnTo>
                <a:lnTo>
                  <a:pt x="3074299" y="1120405"/>
                </a:lnTo>
                <a:lnTo>
                  <a:pt x="3080657" y="1120171"/>
                </a:lnTo>
                <a:lnTo>
                  <a:pt x="3085901" y="1121681"/>
                </a:lnTo>
                <a:cubicBezTo>
                  <a:pt x="3089424" y="1117040"/>
                  <a:pt x="3098046" y="1105705"/>
                  <a:pt x="3109448" y="1097576"/>
                </a:cubicBezTo>
                <a:lnTo>
                  <a:pt x="3120280" y="1092673"/>
                </a:lnTo>
                <a:lnTo>
                  <a:pt x="3151969" y="1093148"/>
                </a:lnTo>
                <a:lnTo>
                  <a:pt x="3156202" y="1091941"/>
                </a:lnTo>
                <a:lnTo>
                  <a:pt x="3218578" y="1084695"/>
                </a:lnTo>
                <a:cubicBezTo>
                  <a:pt x="3245764" y="1081888"/>
                  <a:pt x="3273631" y="1078650"/>
                  <a:pt x="3291572" y="1074108"/>
                </a:cubicBezTo>
                <a:cubicBezTo>
                  <a:pt x="3322176" y="1058413"/>
                  <a:pt x="3296217" y="1076449"/>
                  <a:pt x="3335322" y="1065344"/>
                </a:cubicBezTo>
                <a:cubicBezTo>
                  <a:pt x="3368156" y="1040199"/>
                  <a:pt x="3402741" y="1051987"/>
                  <a:pt x="3444471" y="1040037"/>
                </a:cubicBezTo>
                <a:lnTo>
                  <a:pt x="3516736" y="1044495"/>
                </a:lnTo>
                <a:lnTo>
                  <a:pt x="3529913" y="1036395"/>
                </a:lnTo>
                <a:lnTo>
                  <a:pt x="3534215" y="1032644"/>
                </a:lnTo>
                <a:cubicBezTo>
                  <a:pt x="3537422" y="1030324"/>
                  <a:pt x="3539868" y="1029116"/>
                  <a:pt x="3541901" y="1028655"/>
                </a:cubicBezTo>
                <a:lnTo>
                  <a:pt x="3542297" y="1028781"/>
                </a:lnTo>
                <a:lnTo>
                  <a:pt x="3549091" y="1024603"/>
                </a:lnTo>
                <a:lnTo>
                  <a:pt x="3668564" y="992085"/>
                </a:lnTo>
                <a:cubicBezTo>
                  <a:pt x="3673354" y="989271"/>
                  <a:pt x="3677647" y="988983"/>
                  <a:pt x="3681760" y="989897"/>
                </a:cubicBezTo>
                <a:lnTo>
                  <a:pt x="3683298" y="990533"/>
                </a:lnTo>
                <a:lnTo>
                  <a:pt x="3701238" y="978370"/>
                </a:lnTo>
                <a:lnTo>
                  <a:pt x="3727029" y="982634"/>
                </a:lnTo>
                <a:cubicBezTo>
                  <a:pt x="3762166" y="985324"/>
                  <a:pt x="3795029" y="982802"/>
                  <a:pt x="3827462" y="983777"/>
                </a:cubicBezTo>
                <a:cubicBezTo>
                  <a:pt x="3899741" y="979875"/>
                  <a:pt x="3841175" y="923865"/>
                  <a:pt x="3939255" y="962526"/>
                </a:cubicBezTo>
                <a:cubicBezTo>
                  <a:pt x="3944820" y="939198"/>
                  <a:pt x="3955882" y="936428"/>
                  <a:pt x="3976764" y="943975"/>
                </a:cubicBezTo>
                <a:cubicBezTo>
                  <a:pt x="4011587" y="940445"/>
                  <a:pt x="3998825" y="885884"/>
                  <a:pt x="4039745" y="913576"/>
                </a:cubicBezTo>
                <a:cubicBezTo>
                  <a:pt x="4028069" y="885008"/>
                  <a:pt x="4103064" y="891976"/>
                  <a:pt x="4081478" y="863744"/>
                </a:cubicBezTo>
                <a:cubicBezTo>
                  <a:pt x="4098995" y="833348"/>
                  <a:pt x="4118253" y="875924"/>
                  <a:pt x="4136255" y="849070"/>
                </a:cubicBezTo>
                <a:cubicBezTo>
                  <a:pt x="4160412" y="839702"/>
                  <a:pt x="4127630" y="882883"/>
                  <a:pt x="4155885" y="880724"/>
                </a:cubicBezTo>
                <a:cubicBezTo>
                  <a:pt x="4189159" y="872776"/>
                  <a:pt x="4199073" y="926940"/>
                  <a:pt x="4212239" y="853648"/>
                </a:cubicBezTo>
                <a:cubicBezTo>
                  <a:pt x="4250628" y="864621"/>
                  <a:pt x="4251711" y="832443"/>
                  <a:pt x="4296968" y="808725"/>
                </a:cubicBezTo>
                <a:cubicBezTo>
                  <a:pt x="4320354" y="822560"/>
                  <a:pt x="4334944" y="811306"/>
                  <a:pt x="4347619" y="791871"/>
                </a:cubicBezTo>
                <a:cubicBezTo>
                  <a:pt x="4395320" y="788176"/>
                  <a:pt x="4433289" y="755394"/>
                  <a:pt x="4484035" y="736001"/>
                </a:cubicBezTo>
                <a:cubicBezTo>
                  <a:pt x="4544675" y="745654"/>
                  <a:pt x="4564925" y="693074"/>
                  <a:pt x="4619194" y="672546"/>
                </a:cubicBezTo>
                <a:cubicBezTo>
                  <a:pt x="4633191" y="680042"/>
                  <a:pt x="4642217" y="680768"/>
                  <a:pt x="4648276" y="677255"/>
                </a:cubicBezTo>
                <a:lnTo>
                  <a:pt x="4658535" y="658404"/>
                </a:lnTo>
                <a:lnTo>
                  <a:pt x="4684435" y="658040"/>
                </a:lnTo>
                <a:lnTo>
                  <a:pt x="4685966" y="659300"/>
                </a:lnTo>
                <a:lnTo>
                  <a:pt x="4773323" y="620033"/>
                </a:lnTo>
                <a:lnTo>
                  <a:pt x="4789881" y="612833"/>
                </a:lnTo>
                <a:lnTo>
                  <a:pt x="4793116" y="606807"/>
                </a:lnTo>
                <a:cubicBezTo>
                  <a:pt x="4797413" y="602517"/>
                  <a:pt x="4804603" y="599222"/>
                  <a:pt x="4818294" y="598208"/>
                </a:cubicBezTo>
                <a:lnTo>
                  <a:pt x="4889379" y="574856"/>
                </a:lnTo>
                <a:cubicBezTo>
                  <a:pt x="4924646" y="568531"/>
                  <a:pt x="4935327" y="565911"/>
                  <a:pt x="4967000" y="563548"/>
                </a:cubicBezTo>
                <a:cubicBezTo>
                  <a:pt x="4986586" y="557770"/>
                  <a:pt x="5000668" y="551967"/>
                  <a:pt x="5011397" y="546508"/>
                </a:cubicBezTo>
                <a:lnTo>
                  <a:pt x="5017511" y="542737"/>
                </a:lnTo>
                <a:lnTo>
                  <a:pt x="5022951" y="543578"/>
                </a:lnTo>
                <a:lnTo>
                  <a:pt x="5028686" y="550797"/>
                </a:lnTo>
                <a:cubicBezTo>
                  <a:pt x="5034551" y="555023"/>
                  <a:pt x="5042525" y="556487"/>
                  <a:pt x="5055222" y="551685"/>
                </a:cubicBezTo>
                <a:lnTo>
                  <a:pt x="5058043" y="549365"/>
                </a:lnTo>
                <a:lnTo>
                  <a:pt x="5080769" y="559110"/>
                </a:lnTo>
                <a:cubicBezTo>
                  <a:pt x="5088231" y="563815"/>
                  <a:pt x="5095030" y="569979"/>
                  <a:pt x="5100831" y="578170"/>
                </a:cubicBezTo>
                <a:cubicBezTo>
                  <a:pt x="5170380" y="527737"/>
                  <a:pt x="5243922" y="564793"/>
                  <a:pt x="5323302" y="551607"/>
                </a:cubicBezTo>
                <a:cubicBezTo>
                  <a:pt x="5351315" y="478451"/>
                  <a:pt x="5497865" y="556036"/>
                  <a:pt x="5524173" y="623428"/>
                </a:cubicBezTo>
                <a:cubicBezTo>
                  <a:pt x="5517268" y="543117"/>
                  <a:pt x="5711665" y="703794"/>
                  <a:pt x="5644692" y="606574"/>
                </a:cubicBezTo>
                <a:lnTo>
                  <a:pt x="5984259" y="559264"/>
                </a:lnTo>
                <a:cubicBezTo>
                  <a:pt x="6030154" y="495862"/>
                  <a:pt x="6007425" y="553220"/>
                  <a:pt x="6059790" y="538457"/>
                </a:cubicBezTo>
                <a:cubicBezTo>
                  <a:pt x="6050344" y="594649"/>
                  <a:pt x="6121744" y="503179"/>
                  <a:pt x="6130495" y="565308"/>
                </a:cubicBezTo>
                <a:cubicBezTo>
                  <a:pt x="6139748" y="560655"/>
                  <a:pt x="6148435" y="554186"/>
                  <a:pt x="6157089" y="547229"/>
                </a:cubicBezTo>
                <a:lnTo>
                  <a:pt x="6161628" y="543616"/>
                </a:lnTo>
                <a:lnTo>
                  <a:pt x="6180804" y="539939"/>
                </a:lnTo>
                <a:lnTo>
                  <a:pt x="6184951" y="525424"/>
                </a:lnTo>
                <a:lnTo>
                  <a:pt x="6212909" y="510232"/>
                </a:lnTo>
                <a:cubicBezTo>
                  <a:pt x="6223574" y="506625"/>
                  <a:pt x="6235279" y="505181"/>
                  <a:pt x="6248556" y="507226"/>
                </a:cubicBezTo>
                <a:cubicBezTo>
                  <a:pt x="6294288" y="537334"/>
                  <a:pt x="6362573" y="467613"/>
                  <a:pt x="6419167" y="508015"/>
                </a:cubicBezTo>
                <a:cubicBezTo>
                  <a:pt x="6440234" y="517921"/>
                  <a:pt x="6506991" y="518278"/>
                  <a:pt x="6520553" y="499890"/>
                </a:cubicBezTo>
                <a:cubicBezTo>
                  <a:pt x="6534665" y="496161"/>
                  <a:pt x="6550555" y="503153"/>
                  <a:pt x="6557985" y="483298"/>
                </a:cubicBezTo>
                <a:cubicBezTo>
                  <a:pt x="6569810" y="459469"/>
                  <a:pt x="6616472" y="497766"/>
                  <a:pt x="6610986" y="469207"/>
                </a:cubicBezTo>
                <a:cubicBezTo>
                  <a:pt x="6644167" y="495476"/>
                  <a:pt x="6674091" y="445680"/>
                  <a:pt x="6703685" y="433885"/>
                </a:cubicBezTo>
                <a:cubicBezTo>
                  <a:pt x="6729555" y="459786"/>
                  <a:pt x="6766135" y="409500"/>
                  <a:pt x="6829686" y="404609"/>
                </a:cubicBezTo>
                <a:cubicBezTo>
                  <a:pt x="6858065" y="434525"/>
                  <a:pt x="6872501" y="400914"/>
                  <a:pt x="6926071" y="440952"/>
                </a:cubicBezTo>
                <a:cubicBezTo>
                  <a:pt x="6928018" y="437011"/>
                  <a:pt x="6930506" y="433362"/>
                  <a:pt x="6933459" y="430117"/>
                </a:cubicBezTo>
                <a:cubicBezTo>
                  <a:pt x="6950612" y="411270"/>
                  <a:pt x="6979388" y="409908"/>
                  <a:pt x="6997730" y="427075"/>
                </a:cubicBezTo>
                <a:cubicBezTo>
                  <a:pt x="7082631" y="480403"/>
                  <a:pt x="7157271" y="476334"/>
                  <a:pt x="7228068" y="485987"/>
                </a:cubicBezTo>
                <a:cubicBezTo>
                  <a:pt x="7307806" y="490694"/>
                  <a:pt x="7251469" y="427974"/>
                  <a:pt x="7353524" y="478122"/>
                </a:cubicBezTo>
                <a:cubicBezTo>
                  <a:pt x="7362883" y="455559"/>
                  <a:pt x="7375392" y="454116"/>
                  <a:pt x="7397216" y="464113"/>
                </a:cubicBezTo>
                <a:cubicBezTo>
                  <a:pt x="7435863" y="464738"/>
                  <a:pt x="7429507" y="408907"/>
                  <a:pt x="7470470" y="441338"/>
                </a:cubicBezTo>
                <a:cubicBezTo>
                  <a:pt x="7461672" y="411511"/>
                  <a:pt x="7542865" y="427363"/>
                  <a:pt x="7523162" y="396692"/>
                </a:cubicBezTo>
                <a:cubicBezTo>
                  <a:pt x="7546603" y="368516"/>
                  <a:pt x="7561752" y="413189"/>
                  <a:pt x="7585229" y="388596"/>
                </a:cubicBezTo>
                <a:cubicBezTo>
                  <a:pt x="7613007" y="382141"/>
                  <a:pt x="7571052" y="421230"/>
                  <a:pt x="7602312" y="422441"/>
                </a:cubicBezTo>
                <a:cubicBezTo>
                  <a:pt x="7639880" y="418484"/>
                  <a:pt x="7643170" y="473582"/>
                  <a:pt x="7667842" y="402184"/>
                </a:cubicBezTo>
                <a:cubicBezTo>
                  <a:pt x="7708368" y="417673"/>
                  <a:pt x="7714055" y="385770"/>
                  <a:pt x="7766955" y="367538"/>
                </a:cubicBezTo>
                <a:cubicBezTo>
                  <a:pt x="7790642" y="384091"/>
                  <a:pt x="7808202" y="374622"/>
                  <a:pt x="7824808" y="356782"/>
                </a:cubicBezTo>
                <a:cubicBezTo>
                  <a:pt x="7877588" y="358773"/>
                  <a:pt x="7923771" y="330652"/>
                  <a:pt x="7982082" y="317381"/>
                </a:cubicBezTo>
                <a:cubicBezTo>
                  <a:pt x="8047173" y="334199"/>
                  <a:pt x="8076711" y="284263"/>
                  <a:pt x="8139042" y="270278"/>
                </a:cubicBezTo>
                <a:cubicBezTo>
                  <a:pt x="8171699" y="291139"/>
                  <a:pt x="8180849" y="273703"/>
                  <a:pt x="8188479" y="250893"/>
                </a:cubicBezTo>
                <a:lnTo>
                  <a:pt x="8197460" y="227412"/>
                </a:lnTo>
                <a:lnTo>
                  <a:pt x="8236543" y="231896"/>
                </a:lnTo>
                <a:cubicBezTo>
                  <a:pt x="8252245" y="232878"/>
                  <a:pt x="8267047" y="233030"/>
                  <a:pt x="8288656" y="233518"/>
                </a:cubicBezTo>
                <a:lnTo>
                  <a:pt x="8365194" y="255354"/>
                </a:lnTo>
                <a:lnTo>
                  <a:pt x="8371093" y="253056"/>
                </a:lnTo>
                <a:cubicBezTo>
                  <a:pt x="8375220" y="251794"/>
                  <a:pt x="8378040" y="251369"/>
                  <a:pt x="8380079" y="251533"/>
                </a:cubicBezTo>
                <a:lnTo>
                  <a:pt x="8380352" y="251771"/>
                </a:lnTo>
                <a:lnTo>
                  <a:pt x="8388670" y="249803"/>
                </a:lnTo>
                <a:cubicBezTo>
                  <a:pt x="8402579" y="245856"/>
                  <a:pt x="8426713" y="256901"/>
                  <a:pt x="8439400" y="252189"/>
                </a:cubicBezTo>
                <a:cubicBezTo>
                  <a:pt x="8461985" y="253229"/>
                  <a:pt x="8486049" y="243125"/>
                  <a:pt x="8502127" y="246524"/>
                </a:cubicBezTo>
                <a:lnTo>
                  <a:pt x="8575600" y="247912"/>
                </a:lnTo>
                <a:lnTo>
                  <a:pt x="8609423" y="225288"/>
                </a:lnTo>
                <a:cubicBezTo>
                  <a:pt x="8613054" y="222366"/>
                  <a:pt x="8618682" y="220403"/>
                  <a:pt x="8628794" y="220632"/>
                </a:cubicBezTo>
                <a:lnTo>
                  <a:pt x="8631243" y="221270"/>
                </a:lnTo>
                <a:cubicBezTo>
                  <a:pt x="8636121" y="217981"/>
                  <a:pt x="8676301" y="210759"/>
                  <a:pt x="8708752" y="203517"/>
                </a:cubicBezTo>
                <a:cubicBezTo>
                  <a:pt x="8760405" y="193315"/>
                  <a:pt x="8765450" y="184312"/>
                  <a:pt x="8825952" y="177822"/>
                </a:cubicBezTo>
                <a:cubicBezTo>
                  <a:pt x="8840694" y="175283"/>
                  <a:pt x="8852337" y="172902"/>
                  <a:pt x="8862166" y="170735"/>
                </a:cubicBezTo>
                <a:lnTo>
                  <a:pt x="8884490" y="165616"/>
                </a:lnTo>
                <a:lnTo>
                  <a:pt x="8918298" y="194546"/>
                </a:lnTo>
                <a:cubicBezTo>
                  <a:pt x="8929331" y="203143"/>
                  <a:pt x="8939711" y="209096"/>
                  <a:pt x="8948572" y="207940"/>
                </a:cubicBezTo>
                <a:cubicBezTo>
                  <a:pt x="9007398" y="191013"/>
                  <a:pt x="9066382" y="123071"/>
                  <a:pt x="9104724" y="178319"/>
                </a:cubicBezTo>
                <a:cubicBezTo>
                  <a:pt x="9146350" y="170182"/>
                  <a:pt x="9159213" y="154939"/>
                  <a:pt x="9198328" y="159122"/>
                </a:cubicBezTo>
                <a:cubicBezTo>
                  <a:pt x="9243361" y="178179"/>
                  <a:pt x="9337410" y="133426"/>
                  <a:pt x="9339412" y="203422"/>
                </a:cubicBezTo>
                <a:cubicBezTo>
                  <a:pt x="9356193" y="242785"/>
                  <a:pt x="9404145" y="172882"/>
                  <a:pt x="9409165" y="216989"/>
                </a:cubicBezTo>
                <a:cubicBezTo>
                  <a:pt x="9430000" y="185563"/>
                  <a:pt x="9477391" y="226977"/>
                  <a:pt x="9516379" y="220757"/>
                </a:cubicBezTo>
                <a:cubicBezTo>
                  <a:pt x="9525989" y="239713"/>
                  <a:pt x="9601557" y="209033"/>
                  <a:pt x="9615958" y="196389"/>
                </a:cubicBezTo>
                <a:cubicBezTo>
                  <a:pt x="9740300" y="170539"/>
                  <a:pt x="9758977" y="138949"/>
                  <a:pt x="9860346" y="177067"/>
                </a:cubicBezTo>
                <a:cubicBezTo>
                  <a:pt x="9889677" y="171165"/>
                  <a:pt x="10006630" y="193672"/>
                  <a:pt x="10071193" y="142345"/>
                </a:cubicBezTo>
                <a:cubicBezTo>
                  <a:pt x="10108399" y="184331"/>
                  <a:pt x="10235527" y="166620"/>
                  <a:pt x="10270876" y="164464"/>
                </a:cubicBezTo>
                <a:cubicBezTo>
                  <a:pt x="10282938" y="193487"/>
                  <a:pt x="10335459" y="157175"/>
                  <a:pt x="10338607" y="202846"/>
                </a:cubicBezTo>
                <a:cubicBezTo>
                  <a:pt x="10349171" y="220353"/>
                  <a:pt x="10366124" y="217011"/>
                  <a:pt x="10370927" y="198630"/>
                </a:cubicBezTo>
                <a:cubicBezTo>
                  <a:pt x="10391994" y="198716"/>
                  <a:pt x="10408613" y="218644"/>
                  <a:pt x="10423650" y="187033"/>
                </a:cubicBezTo>
                <a:cubicBezTo>
                  <a:pt x="10452431" y="186111"/>
                  <a:pt x="10492877" y="246749"/>
                  <a:pt x="10507238" y="199359"/>
                </a:cubicBezTo>
                <a:cubicBezTo>
                  <a:pt x="10543427" y="261875"/>
                  <a:pt x="10653987" y="201249"/>
                  <a:pt x="10712234" y="202150"/>
                </a:cubicBezTo>
                <a:cubicBezTo>
                  <a:pt x="10824446" y="218073"/>
                  <a:pt x="10878410" y="233516"/>
                  <a:pt x="10955598" y="236823"/>
                </a:cubicBezTo>
                <a:cubicBezTo>
                  <a:pt x="11045848" y="210188"/>
                  <a:pt x="11132536" y="208078"/>
                  <a:pt x="11210395" y="197924"/>
                </a:cubicBezTo>
                <a:cubicBezTo>
                  <a:pt x="11248542" y="205602"/>
                  <a:pt x="11317163" y="98606"/>
                  <a:pt x="11355556" y="131371"/>
                </a:cubicBezTo>
                <a:cubicBezTo>
                  <a:pt x="11409097" y="114944"/>
                  <a:pt x="11452001" y="121965"/>
                  <a:pt x="11531644" y="99364"/>
                </a:cubicBezTo>
                <a:cubicBezTo>
                  <a:pt x="11597142" y="88300"/>
                  <a:pt x="11671940" y="72591"/>
                  <a:pt x="11719114" y="62439"/>
                </a:cubicBezTo>
                <a:cubicBezTo>
                  <a:pt x="11727434" y="40579"/>
                  <a:pt x="11796069" y="38621"/>
                  <a:pt x="11814686" y="38458"/>
                </a:cubicBezTo>
                <a:cubicBezTo>
                  <a:pt x="11821248" y="1152"/>
                  <a:pt x="11853228" y="33244"/>
                  <a:pt x="11865687" y="10088"/>
                </a:cubicBezTo>
                <a:cubicBezTo>
                  <a:pt x="11893768" y="15302"/>
                  <a:pt x="11926464" y="10706"/>
                  <a:pt x="11957454" y="4020"/>
                </a:cubicBezTo>
                <a:lnTo>
                  <a:pt x="11975060" y="0"/>
                </a:lnTo>
                <a:lnTo>
                  <a:pt x="12006839" y="210943"/>
                </a:lnTo>
                <a:cubicBezTo>
                  <a:pt x="12204146" y="1520595"/>
                  <a:pt x="12452801" y="3171091"/>
                  <a:pt x="12642772" y="4432052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D26378B-5F7C-322B-9A20-AD6EDC4A7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744" y="442551"/>
            <a:ext cx="9859618" cy="7133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Подпроцесс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«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Приготовить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основу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для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желе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»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389D0BC-BA1D-4360-88F9-D9ECCBDAB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379" y="1764254"/>
            <a:ext cx="10937021" cy="4455571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Рисунок 9" descr="Изображение выглядит как текст, линия, диаграмма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888997C-DD85-3A16-DF42-D9901C8B6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25" y="2280831"/>
            <a:ext cx="10621869" cy="3398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262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EB215C-7839-4CEA-AA02-B8F7755F9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1011C6D-05BE-4D99-8C11-A0E478B1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0915134" cy="2251389"/>
          </a:xfrm>
          <a:custGeom>
            <a:avLst/>
            <a:gdLst>
              <a:gd name="connsiteX0" fmla="*/ 0 w 10915134"/>
              <a:gd name="connsiteY0" fmla="*/ 0 h 2251389"/>
              <a:gd name="connsiteX1" fmla="*/ 10915134 w 10915134"/>
              <a:gd name="connsiteY1" fmla="*/ 0 h 2251389"/>
              <a:gd name="connsiteX2" fmla="*/ 10882980 w 10915134"/>
              <a:gd name="connsiteY2" fmla="*/ 49990 h 2251389"/>
              <a:gd name="connsiteX3" fmla="*/ 10834795 w 10915134"/>
              <a:gd name="connsiteY3" fmla="*/ 110024 h 2251389"/>
              <a:gd name="connsiteX4" fmla="*/ 10738392 w 10915134"/>
              <a:gd name="connsiteY4" fmla="*/ 165813 h 2251389"/>
              <a:gd name="connsiteX5" fmla="*/ 10633692 w 10915134"/>
              <a:gd name="connsiteY5" fmla="*/ 209264 h 2251389"/>
              <a:gd name="connsiteX6" fmla="*/ 10586800 w 10915134"/>
              <a:gd name="connsiteY6" fmla="*/ 239716 h 2251389"/>
              <a:gd name="connsiteX7" fmla="*/ 10501658 w 10915134"/>
              <a:gd name="connsiteY7" fmla="*/ 307174 h 2251389"/>
              <a:gd name="connsiteX8" fmla="*/ 10404067 w 10915134"/>
              <a:gd name="connsiteY8" fmla="*/ 412395 h 2251389"/>
              <a:gd name="connsiteX9" fmla="*/ 10380953 w 10915134"/>
              <a:gd name="connsiteY9" fmla="*/ 472334 h 2251389"/>
              <a:gd name="connsiteX10" fmla="*/ 10341416 w 10915134"/>
              <a:gd name="connsiteY10" fmla="*/ 504774 h 2251389"/>
              <a:gd name="connsiteX11" fmla="*/ 10326329 w 10915134"/>
              <a:gd name="connsiteY11" fmla="*/ 523459 h 2251389"/>
              <a:gd name="connsiteX12" fmla="*/ 10298289 w 10915134"/>
              <a:gd name="connsiteY12" fmla="*/ 532173 h 2251389"/>
              <a:gd name="connsiteX13" fmla="*/ 10243127 w 10915134"/>
              <a:gd name="connsiteY13" fmla="*/ 540715 h 2251389"/>
              <a:gd name="connsiteX14" fmla="*/ 10141243 w 10915134"/>
              <a:gd name="connsiteY14" fmla="*/ 592343 h 2251389"/>
              <a:gd name="connsiteX15" fmla="*/ 9940352 w 10915134"/>
              <a:gd name="connsiteY15" fmla="*/ 631518 h 2251389"/>
              <a:gd name="connsiteX16" fmla="*/ 9836226 w 10915134"/>
              <a:gd name="connsiteY16" fmla="*/ 660496 h 2251389"/>
              <a:gd name="connsiteX17" fmla="*/ 9686899 w 10915134"/>
              <a:gd name="connsiteY17" fmla="*/ 683782 h 2251389"/>
              <a:gd name="connsiteX18" fmla="*/ 9578209 w 10915134"/>
              <a:gd name="connsiteY18" fmla="*/ 709781 h 2251389"/>
              <a:gd name="connsiteX19" fmla="*/ 9437298 w 10915134"/>
              <a:gd name="connsiteY19" fmla="*/ 757337 h 2251389"/>
              <a:gd name="connsiteX20" fmla="*/ 9435498 w 10915134"/>
              <a:gd name="connsiteY20" fmla="*/ 759689 h 2251389"/>
              <a:gd name="connsiteX21" fmla="*/ 9413910 w 10915134"/>
              <a:gd name="connsiteY21" fmla="*/ 764531 h 2251389"/>
              <a:gd name="connsiteX22" fmla="*/ 9361370 w 10915134"/>
              <a:gd name="connsiteY22" fmla="*/ 760593 h 2251389"/>
              <a:gd name="connsiteX23" fmla="*/ 9356626 w 10915134"/>
              <a:gd name="connsiteY23" fmla="*/ 764594 h 2251389"/>
              <a:gd name="connsiteX24" fmla="*/ 9311281 w 10915134"/>
              <a:gd name="connsiteY24" fmla="*/ 769260 h 2251389"/>
              <a:gd name="connsiteX25" fmla="*/ 9311173 w 10915134"/>
              <a:gd name="connsiteY25" fmla="*/ 771337 h 2251389"/>
              <a:gd name="connsiteX26" fmla="*/ 9300658 w 10915134"/>
              <a:gd name="connsiteY26" fmla="*/ 781452 h 2251389"/>
              <a:gd name="connsiteX27" fmla="*/ 9279376 w 10915134"/>
              <a:gd name="connsiteY27" fmla="*/ 796188 h 2251389"/>
              <a:gd name="connsiteX28" fmla="*/ 9189502 w 10915134"/>
              <a:gd name="connsiteY28" fmla="*/ 860175 h 2251389"/>
              <a:gd name="connsiteX29" fmla="*/ 9180260 w 10915134"/>
              <a:gd name="connsiteY29" fmla="*/ 862300 h 2251389"/>
              <a:gd name="connsiteX30" fmla="*/ 9180186 w 10915134"/>
              <a:gd name="connsiteY30" fmla="*/ 862799 h 2251389"/>
              <a:gd name="connsiteX31" fmla="*/ 9170652 w 10915134"/>
              <a:gd name="connsiteY31" fmla="*/ 865945 h 2251389"/>
              <a:gd name="connsiteX32" fmla="*/ 9145484 w 10915134"/>
              <a:gd name="connsiteY32" fmla="*/ 870300 h 2251389"/>
              <a:gd name="connsiteX33" fmla="*/ 9140031 w 10915134"/>
              <a:gd name="connsiteY33" fmla="*/ 874741 h 2251389"/>
              <a:gd name="connsiteX34" fmla="*/ 9138892 w 10915134"/>
              <a:gd name="connsiteY34" fmla="*/ 880860 h 2251389"/>
              <a:gd name="connsiteX35" fmla="*/ 9107257 w 10915134"/>
              <a:gd name="connsiteY35" fmla="*/ 903704 h 2251389"/>
              <a:gd name="connsiteX36" fmla="*/ 9034880 w 10915134"/>
              <a:gd name="connsiteY36" fmla="*/ 948837 h 2251389"/>
              <a:gd name="connsiteX37" fmla="*/ 8950600 w 10915134"/>
              <a:gd name="connsiteY37" fmla="*/ 994853 h 2251389"/>
              <a:gd name="connsiteX38" fmla="*/ 8753014 w 10915134"/>
              <a:gd name="connsiteY38" fmla="*/ 1118658 h 2251389"/>
              <a:gd name="connsiteX39" fmla="*/ 8581094 w 10915134"/>
              <a:gd name="connsiteY39" fmla="*/ 1153261 h 2251389"/>
              <a:gd name="connsiteX40" fmla="*/ 8498175 w 10915134"/>
              <a:gd name="connsiteY40" fmla="*/ 1187969 h 2251389"/>
              <a:gd name="connsiteX41" fmla="*/ 8448788 w 10915134"/>
              <a:gd name="connsiteY41" fmla="*/ 1206463 h 2251389"/>
              <a:gd name="connsiteX42" fmla="*/ 8367996 w 10915134"/>
              <a:gd name="connsiteY42" fmla="*/ 1232783 h 2251389"/>
              <a:gd name="connsiteX43" fmla="*/ 8367423 w 10915134"/>
              <a:gd name="connsiteY43" fmla="*/ 1238278 h 2251389"/>
              <a:gd name="connsiteX44" fmla="*/ 8359640 w 10915134"/>
              <a:gd name="connsiteY44" fmla="*/ 1246782 h 2251389"/>
              <a:gd name="connsiteX45" fmla="*/ 8346100 w 10915134"/>
              <a:gd name="connsiteY45" fmla="*/ 1266142 h 2251389"/>
              <a:gd name="connsiteX46" fmla="*/ 8318833 w 10915134"/>
              <a:gd name="connsiteY46" fmla="*/ 1292714 h 2251389"/>
              <a:gd name="connsiteX47" fmla="*/ 8317719 w 10915134"/>
              <a:gd name="connsiteY47" fmla="*/ 1291904 h 2251389"/>
              <a:gd name="connsiteX48" fmla="*/ 8307730 w 10915134"/>
              <a:gd name="connsiteY48" fmla="*/ 1293984 h 2251389"/>
              <a:gd name="connsiteX49" fmla="*/ 8240756 w 10915134"/>
              <a:gd name="connsiteY49" fmla="*/ 1301537 h 2251389"/>
              <a:gd name="connsiteX50" fmla="*/ 8216639 w 10915134"/>
              <a:gd name="connsiteY50" fmla="*/ 1327887 h 2251389"/>
              <a:gd name="connsiteX51" fmla="*/ 8211337 w 10915134"/>
              <a:gd name="connsiteY51" fmla="*/ 1332570 h 2251389"/>
              <a:gd name="connsiteX52" fmla="*/ 8211048 w 10915134"/>
              <a:gd name="connsiteY52" fmla="*/ 1332403 h 2251389"/>
              <a:gd name="connsiteX53" fmla="*/ 8205085 w 10915134"/>
              <a:gd name="connsiteY53" fmla="*/ 1336831 h 2251389"/>
              <a:gd name="connsiteX54" fmla="*/ 8137554 w 10915134"/>
              <a:gd name="connsiteY54" fmla="*/ 1342145 h 2251389"/>
              <a:gd name="connsiteX55" fmla="*/ 8054564 w 10915134"/>
              <a:gd name="connsiteY55" fmla="*/ 1367911 h 2251389"/>
              <a:gd name="connsiteX56" fmla="*/ 7973237 w 10915134"/>
              <a:gd name="connsiteY56" fmla="*/ 1397544 h 2251389"/>
              <a:gd name="connsiteX57" fmla="*/ 7944198 w 10915134"/>
              <a:gd name="connsiteY57" fmla="*/ 1410276 h 2251389"/>
              <a:gd name="connsiteX58" fmla="*/ 7890643 w 10915134"/>
              <a:gd name="connsiteY58" fmla="*/ 1424144 h 2251389"/>
              <a:gd name="connsiteX59" fmla="*/ 7864997 w 10915134"/>
              <a:gd name="connsiteY59" fmla="*/ 1425023 h 2251389"/>
              <a:gd name="connsiteX60" fmla="*/ 7864067 w 10915134"/>
              <a:gd name="connsiteY60" fmla="*/ 1426002 h 2251389"/>
              <a:gd name="connsiteX61" fmla="*/ 7861153 w 10915134"/>
              <a:gd name="connsiteY61" fmla="*/ 1423038 h 2251389"/>
              <a:gd name="connsiteX62" fmla="*/ 7844586 w 10915134"/>
              <a:gd name="connsiteY62" fmla="*/ 1429169 h 2251389"/>
              <a:gd name="connsiteX63" fmla="*/ 7840350 w 10915134"/>
              <a:gd name="connsiteY63" fmla="*/ 1432451 h 2251389"/>
              <a:gd name="connsiteX64" fmla="*/ 7833722 w 10915134"/>
              <a:gd name="connsiteY64" fmla="*/ 1435148 h 2251389"/>
              <a:gd name="connsiteX65" fmla="*/ 7833492 w 10915134"/>
              <a:gd name="connsiteY65" fmla="*/ 1434901 h 2251389"/>
              <a:gd name="connsiteX66" fmla="*/ 7827413 w 10915134"/>
              <a:gd name="connsiteY66" fmla="*/ 1438043 h 2251389"/>
              <a:gd name="connsiteX67" fmla="*/ 7798463 w 10915134"/>
              <a:gd name="connsiteY67" fmla="*/ 1457407 h 2251389"/>
              <a:gd name="connsiteX68" fmla="*/ 7759015 w 10915134"/>
              <a:gd name="connsiteY68" fmla="*/ 1458666 h 2251389"/>
              <a:gd name="connsiteX69" fmla="*/ 7752684 w 10915134"/>
              <a:gd name="connsiteY69" fmla="*/ 1444792 h 2251389"/>
              <a:gd name="connsiteX70" fmla="*/ 7747867 w 10915134"/>
              <a:gd name="connsiteY70" fmla="*/ 1447976 h 2251389"/>
              <a:gd name="connsiteX71" fmla="*/ 7738750 w 10915134"/>
              <a:gd name="connsiteY71" fmla="*/ 1456574 h 2251389"/>
              <a:gd name="connsiteX72" fmla="*/ 7735619 w 10915134"/>
              <a:gd name="connsiteY72" fmla="*/ 1456320 h 2251389"/>
              <a:gd name="connsiteX73" fmla="*/ 7705072 w 10915134"/>
              <a:gd name="connsiteY73" fmla="*/ 1465768 h 2251389"/>
              <a:gd name="connsiteX74" fmla="*/ 7696073 w 10915134"/>
              <a:gd name="connsiteY74" fmla="*/ 1462212 h 2251389"/>
              <a:gd name="connsiteX75" fmla="*/ 7692096 w 10915134"/>
              <a:gd name="connsiteY75" fmla="*/ 1462163 h 2251389"/>
              <a:gd name="connsiteX76" fmla="*/ 7674689 w 10915134"/>
              <a:gd name="connsiteY76" fmla="*/ 1477613 h 2251389"/>
              <a:gd name="connsiteX77" fmla="*/ 7665348 w 10915134"/>
              <a:gd name="connsiteY77" fmla="*/ 1483862 h 2251389"/>
              <a:gd name="connsiteX78" fmla="*/ 7606276 w 10915134"/>
              <a:gd name="connsiteY78" fmla="*/ 1538521 h 2251389"/>
              <a:gd name="connsiteX79" fmla="*/ 7504695 w 10915134"/>
              <a:gd name="connsiteY79" fmla="*/ 1566686 h 2251389"/>
              <a:gd name="connsiteX80" fmla="*/ 7401270 w 10915134"/>
              <a:gd name="connsiteY80" fmla="*/ 1597361 h 2251389"/>
              <a:gd name="connsiteX81" fmla="*/ 7320321 w 10915134"/>
              <a:gd name="connsiteY81" fmla="*/ 1619535 h 2251389"/>
              <a:gd name="connsiteX82" fmla="*/ 7149526 w 10915134"/>
              <a:gd name="connsiteY82" fmla="*/ 1743630 h 2251389"/>
              <a:gd name="connsiteX83" fmla="*/ 7105391 w 10915134"/>
              <a:gd name="connsiteY83" fmla="*/ 1752328 h 2251389"/>
              <a:gd name="connsiteX84" fmla="*/ 7071654 w 10915134"/>
              <a:gd name="connsiteY84" fmla="*/ 1785091 h 2251389"/>
              <a:gd name="connsiteX85" fmla="*/ 7054359 w 10915134"/>
              <a:gd name="connsiteY85" fmla="*/ 1782439 h 2251389"/>
              <a:gd name="connsiteX86" fmla="*/ 7051319 w 10915134"/>
              <a:gd name="connsiteY86" fmla="*/ 1781706 h 2251389"/>
              <a:gd name="connsiteX87" fmla="*/ 7040377 w 10915134"/>
              <a:gd name="connsiteY87" fmla="*/ 1784767 h 2251389"/>
              <a:gd name="connsiteX88" fmla="*/ 7035771 w 10915134"/>
              <a:gd name="connsiteY88" fmla="*/ 1778137 h 2251389"/>
              <a:gd name="connsiteX89" fmla="*/ 7018208 w 10915134"/>
              <a:gd name="connsiteY89" fmla="*/ 1777373 h 2251389"/>
              <a:gd name="connsiteX90" fmla="*/ 6998493 w 10915134"/>
              <a:gd name="connsiteY90" fmla="*/ 1785098 h 2251389"/>
              <a:gd name="connsiteX91" fmla="*/ 6928288 w 10915134"/>
              <a:gd name="connsiteY91" fmla="*/ 1811732 h 2251389"/>
              <a:gd name="connsiteX92" fmla="*/ 6917773 w 10915134"/>
              <a:gd name="connsiteY92" fmla="*/ 1820666 h 2251389"/>
              <a:gd name="connsiteX93" fmla="*/ 6881789 w 10915134"/>
              <a:gd name="connsiteY93" fmla="*/ 1828309 h 2251389"/>
              <a:gd name="connsiteX94" fmla="*/ 6879926 w 10915134"/>
              <a:gd name="connsiteY94" fmla="*/ 1830591 h 2251389"/>
              <a:gd name="connsiteX95" fmla="*/ 6845508 w 10915134"/>
              <a:gd name="connsiteY95" fmla="*/ 1841035 h 2251389"/>
              <a:gd name="connsiteX96" fmla="*/ 6786683 w 10915134"/>
              <a:gd name="connsiteY96" fmla="*/ 1868367 h 2251389"/>
              <a:gd name="connsiteX97" fmla="*/ 6773874 w 10915134"/>
              <a:gd name="connsiteY97" fmla="*/ 1863267 h 2251389"/>
              <a:gd name="connsiteX98" fmla="*/ 6771241 w 10915134"/>
              <a:gd name="connsiteY98" fmla="*/ 1859449 h 2251389"/>
              <a:gd name="connsiteX99" fmla="*/ 6755065 w 10915134"/>
              <a:gd name="connsiteY99" fmla="*/ 1866822 h 2251389"/>
              <a:gd name="connsiteX100" fmla="*/ 6740854 w 10915134"/>
              <a:gd name="connsiteY100" fmla="*/ 1865352 h 2251389"/>
              <a:gd name="connsiteX101" fmla="*/ 6730997 w 10915134"/>
              <a:gd name="connsiteY101" fmla="*/ 1874155 h 2251389"/>
              <a:gd name="connsiteX102" fmla="*/ 6714212 w 10915134"/>
              <a:gd name="connsiteY102" fmla="*/ 1876293 h 2251389"/>
              <a:gd name="connsiteX103" fmla="*/ 6693130 w 10915134"/>
              <a:gd name="connsiteY103" fmla="*/ 1876808 h 2251389"/>
              <a:gd name="connsiteX104" fmla="*/ 6674405 w 10915134"/>
              <a:gd name="connsiteY104" fmla="*/ 1873459 h 2251389"/>
              <a:gd name="connsiteX105" fmla="*/ 6647714 w 10915134"/>
              <a:gd name="connsiteY105" fmla="*/ 1878941 h 2251389"/>
              <a:gd name="connsiteX106" fmla="*/ 6586613 w 10915134"/>
              <a:gd name="connsiteY106" fmla="*/ 1887053 h 2251389"/>
              <a:gd name="connsiteX107" fmla="*/ 6540424 w 10915134"/>
              <a:gd name="connsiteY107" fmla="*/ 1893269 h 2251389"/>
              <a:gd name="connsiteX108" fmla="*/ 6460034 w 10915134"/>
              <a:gd name="connsiteY108" fmla="*/ 1911286 h 2251389"/>
              <a:gd name="connsiteX109" fmla="*/ 6445449 w 10915134"/>
              <a:gd name="connsiteY109" fmla="*/ 1926499 h 2251389"/>
              <a:gd name="connsiteX110" fmla="*/ 6407092 w 10915134"/>
              <a:gd name="connsiteY110" fmla="*/ 1921993 h 2251389"/>
              <a:gd name="connsiteX111" fmla="*/ 6396332 w 10915134"/>
              <a:gd name="connsiteY111" fmla="*/ 1907025 h 2251389"/>
              <a:gd name="connsiteX112" fmla="*/ 6347048 w 10915134"/>
              <a:gd name="connsiteY112" fmla="*/ 1912130 h 2251389"/>
              <a:gd name="connsiteX113" fmla="*/ 6302270 w 10915134"/>
              <a:gd name="connsiteY113" fmla="*/ 1933613 h 2251389"/>
              <a:gd name="connsiteX114" fmla="*/ 6243078 w 10915134"/>
              <a:gd name="connsiteY114" fmla="*/ 1945644 h 2251389"/>
              <a:gd name="connsiteX115" fmla="*/ 6207738 w 10915134"/>
              <a:gd name="connsiteY115" fmla="*/ 1953011 h 2251389"/>
              <a:gd name="connsiteX116" fmla="*/ 6108781 w 10915134"/>
              <a:gd name="connsiteY116" fmla="*/ 1959474 h 2251389"/>
              <a:gd name="connsiteX117" fmla="*/ 6103698 w 10915134"/>
              <a:gd name="connsiteY117" fmla="*/ 1959304 h 2251389"/>
              <a:gd name="connsiteX118" fmla="*/ 6087017 w 10915134"/>
              <a:gd name="connsiteY118" fmla="*/ 1969078 h 2251389"/>
              <a:gd name="connsiteX119" fmla="*/ 6086313 w 10915134"/>
              <a:gd name="connsiteY119" fmla="*/ 1971580 h 2251389"/>
              <a:gd name="connsiteX120" fmla="*/ 6024291 w 10915134"/>
              <a:gd name="connsiteY120" fmla="*/ 1966761 h 2251389"/>
              <a:gd name="connsiteX121" fmla="*/ 6016853 w 10915134"/>
              <a:gd name="connsiteY121" fmla="*/ 1970526 h 2251389"/>
              <a:gd name="connsiteX122" fmla="*/ 5975404 w 10915134"/>
              <a:gd name="connsiteY122" fmla="*/ 1961749 h 2251389"/>
              <a:gd name="connsiteX123" fmla="*/ 5954536 w 10915134"/>
              <a:gd name="connsiteY123" fmla="*/ 1960220 h 2251389"/>
              <a:gd name="connsiteX124" fmla="*/ 5917280 w 10915134"/>
              <a:gd name="connsiteY124" fmla="*/ 1954478 h 2251389"/>
              <a:gd name="connsiteX125" fmla="*/ 5914232 w 10915134"/>
              <a:gd name="connsiteY125" fmla="*/ 1956919 h 2251389"/>
              <a:gd name="connsiteX126" fmla="*/ 5906850 w 10915134"/>
              <a:gd name="connsiteY126" fmla="*/ 1954702 h 2251389"/>
              <a:gd name="connsiteX127" fmla="*/ 5901461 w 10915134"/>
              <a:gd name="connsiteY127" fmla="*/ 1957577 h 2251389"/>
              <a:gd name="connsiteX128" fmla="*/ 5895317 w 10915134"/>
              <a:gd name="connsiteY128" fmla="*/ 1956828 h 2251389"/>
              <a:gd name="connsiteX129" fmla="*/ 5831128 w 10915134"/>
              <a:gd name="connsiteY129" fmla="*/ 1968382 h 2251389"/>
              <a:gd name="connsiteX130" fmla="*/ 5817261 w 10915134"/>
              <a:gd name="connsiteY130" fmla="*/ 1966124 h 2251389"/>
              <a:gd name="connsiteX131" fmla="*/ 5806791 w 10915134"/>
              <a:gd name="connsiteY131" fmla="*/ 1974713 h 2251389"/>
              <a:gd name="connsiteX132" fmla="*/ 5762574 w 10915134"/>
              <a:gd name="connsiteY132" fmla="*/ 1976973 h 2251389"/>
              <a:gd name="connsiteX133" fmla="*/ 5747297 w 10915134"/>
              <a:gd name="connsiteY133" fmla="*/ 1970252 h 2251389"/>
              <a:gd name="connsiteX134" fmla="*/ 5733169 w 10915134"/>
              <a:gd name="connsiteY134" fmla="*/ 1965433 h 2251389"/>
              <a:gd name="connsiteX135" fmla="*/ 5731338 w 10915134"/>
              <a:gd name="connsiteY135" fmla="*/ 1965447 h 2251389"/>
              <a:gd name="connsiteX136" fmla="*/ 5712957 w 10915134"/>
              <a:gd name="connsiteY136" fmla="*/ 1965596 h 2251389"/>
              <a:gd name="connsiteX137" fmla="*/ 5678760 w 10915134"/>
              <a:gd name="connsiteY137" fmla="*/ 1965873 h 2251389"/>
              <a:gd name="connsiteX138" fmla="*/ 5612457 w 10915134"/>
              <a:gd name="connsiteY138" fmla="*/ 1972287 h 2251389"/>
              <a:gd name="connsiteX139" fmla="*/ 5462439 w 10915134"/>
              <a:gd name="connsiteY139" fmla="*/ 1941766 h 2251389"/>
              <a:gd name="connsiteX140" fmla="*/ 5249426 w 10915134"/>
              <a:gd name="connsiteY140" fmla="*/ 1957993 h 2251389"/>
              <a:gd name="connsiteX141" fmla="*/ 4795460 w 10915134"/>
              <a:gd name="connsiteY141" fmla="*/ 2018541 h 2251389"/>
              <a:gd name="connsiteX142" fmla="*/ 4698875 w 10915134"/>
              <a:gd name="connsiteY142" fmla="*/ 2031693 h 2251389"/>
              <a:gd name="connsiteX143" fmla="*/ 4635334 w 10915134"/>
              <a:gd name="connsiteY143" fmla="*/ 2035504 h 2251389"/>
              <a:gd name="connsiteX144" fmla="*/ 4529228 w 10915134"/>
              <a:gd name="connsiteY144" fmla="*/ 2076609 h 2251389"/>
              <a:gd name="connsiteX145" fmla="*/ 4408461 w 10915134"/>
              <a:gd name="connsiteY145" fmla="*/ 2090939 h 2251389"/>
              <a:gd name="connsiteX146" fmla="*/ 4254651 w 10915134"/>
              <a:gd name="connsiteY146" fmla="*/ 2101730 h 2251389"/>
              <a:gd name="connsiteX147" fmla="*/ 4213233 w 10915134"/>
              <a:gd name="connsiteY147" fmla="*/ 2120326 h 2251389"/>
              <a:gd name="connsiteX148" fmla="*/ 4153938 w 10915134"/>
              <a:gd name="connsiteY148" fmla="*/ 2137520 h 2251389"/>
              <a:gd name="connsiteX149" fmla="*/ 4050969 w 10915134"/>
              <a:gd name="connsiteY149" fmla="*/ 2177971 h 2251389"/>
              <a:gd name="connsiteX150" fmla="*/ 3933162 w 10915134"/>
              <a:gd name="connsiteY150" fmla="*/ 2199509 h 2251389"/>
              <a:gd name="connsiteX151" fmla="*/ 3797609 w 10915134"/>
              <a:gd name="connsiteY151" fmla="*/ 2185813 h 2251389"/>
              <a:gd name="connsiteX152" fmla="*/ 3723511 w 10915134"/>
              <a:gd name="connsiteY152" fmla="*/ 2185401 h 2251389"/>
              <a:gd name="connsiteX153" fmla="*/ 3478465 w 10915134"/>
              <a:gd name="connsiteY153" fmla="*/ 2181087 h 2251389"/>
              <a:gd name="connsiteX154" fmla="*/ 3308996 w 10915134"/>
              <a:gd name="connsiteY154" fmla="*/ 2177978 h 2251389"/>
              <a:gd name="connsiteX155" fmla="*/ 3260282 w 10915134"/>
              <a:gd name="connsiteY155" fmla="*/ 2194479 h 2251389"/>
              <a:gd name="connsiteX156" fmla="*/ 3178557 w 10915134"/>
              <a:gd name="connsiteY156" fmla="*/ 2221451 h 2251389"/>
              <a:gd name="connsiteX157" fmla="*/ 3097074 w 10915134"/>
              <a:gd name="connsiteY157" fmla="*/ 2229837 h 2251389"/>
              <a:gd name="connsiteX158" fmla="*/ 3029944 w 10915134"/>
              <a:gd name="connsiteY158" fmla="*/ 2248531 h 2251389"/>
              <a:gd name="connsiteX159" fmla="*/ 2964870 w 10915134"/>
              <a:gd name="connsiteY159" fmla="*/ 2251389 h 2251389"/>
              <a:gd name="connsiteX160" fmla="*/ 2931496 w 10915134"/>
              <a:gd name="connsiteY160" fmla="*/ 2243024 h 2251389"/>
              <a:gd name="connsiteX161" fmla="*/ 2892959 w 10915134"/>
              <a:gd name="connsiteY161" fmla="*/ 2233969 h 2251389"/>
              <a:gd name="connsiteX162" fmla="*/ 2839074 w 10915134"/>
              <a:gd name="connsiteY162" fmla="*/ 2225008 h 2251389"/>
              <a:gd name="connsiteX163" fmla="*/ 2693779 w 10915134"/>
              <a:gd name="connsiteY163" fmla="*/ 2231570 h 2251389"/>
              <a:gd name="connsiteX164" fmla="*/ 2523799 w 10915134"/>
              <a:gd name="connsiteY164" fmla="*/ 2236547 h 2251389"/>
              <a:gd name="connsiteX165" fmla="*/ 2340069 w 10915134"/>
              <a:gd name="connsiteY165" fmla="*/ 2220699 h 2251389"/>
              <a:gd name="connsiteX166" fmla="*/ 2076408 w 10915134"/>
              <a:gd name="connsiteY166" fmla="*/ 2194398 h 2251389"/>
              <a:gd name="connsiteX167" fmla="*/ 1983593 w 10915134"/>
              <a:gd name="connsiteY167" fmla="*/ 2219360 h 2251389"/>
              <a:gd name="connsiteX168" fmla="*/ 1853105 w 10915134"/>
              <a:gd name="connsiteY168" fmla="*/ 2214141 h 2251389"/>
              <a:gd name="connsiteX169" fmla="*/ 1748511 w 10915134"/>
              <a:gd name="connsiteY169" fmla="*/ 2178472 h 2251389"/>
              <a:gd name="connsiteX170" fmla="*/ 1633422 w 10915134"/>
              <a:gd name="connsiteY170" fmla="*/ 2143415 h 2251389"/>
              <a:gd name="connsiteX171" fmla="*/ 1558946 w 10915134"/>
              <a:gd name="connsiteY171" fmla="*/ 2128843 h 2251389"/>
              <a:gd name="connsiteX172" fmla="*/ 1385344 w 10915134"/>
              <a:gd name="connsiteY172" fmla="*/ 2124817 h 2251389"/>
              <a:gd name="connsiteX173" fmla="*/ 1227473 w 10915134"/>
              <a:gd name="connsiteY173" fmla="*/ 2113291 h 2251389"/>
              <a:gd name="connsiteX174" fmla="*/ 1088711 w 10915134"/>
              <a:gd name="connsiteY174" fmla="*/ 2097947 h 2251389"/>
              <a:gd name="connsiteX175" fmla="*/ 939259 w 10915134"/>
              <a:gd name="connsiteY175" fmla="*/ 2073411 h 2251389"/>
              <a:gd name="connsiteX176" fmla="*/ 914345 w 10915134"/>
              <a:gd name="connsiteY176" fmla="*/ 2063135 h 2251389"/>
              <a:gd name="connsiteX177" fmla="*/ 879393 w 10915134"/>
              <a:gd name="connsiteY177" fmla="*/ 2068419 h 2251389"/>
              <a:gd name="connsiteX178" fmla="*/ 739242 w 10915134"/>
              <a:gd name="connsiteY178" fmla="*/ 2091539 h 2251389"/>
              <a:gd name="connsiteX179" fmla="*/ 628509 w 10915134"/>
              <a:gd name="connsiteY179" fmla="*/ 2108134 h 2251389"/>
              <a:gd name="connsiteX180" fmla="*/ 508046 w 10915134"/>
              <a:gd name="connsiteY180" fmla="*/ 2109851 h 2251389"/>
              <a:gd name="connsiteX181" fmla="*/ 408793 w 10915134"/>
              <a:gd name="connsiteY181" fmla="*/ 2105335 h 2251389"/>
              <a:gd name="connsiteX182" fmla="*/ 259142 w 10915134"/>
              <a:gd name="connsiteY182" fmla="*/ 2115883 h 2251389"/>
              <a:gd name="connsiteX183" fmla="*/ 91266 w 10915134"/>
              <a:gd name="connsiteY183" fmla="*/ 2135533 h 2251389"/>
              <a:gd name="connsiteX184" fmla="*/ 12251 w 10915134"/>
              <a:gd name="connsiteY184" fmla="*/ 2121489 h 2251389"/>
              <a:gd name="connsiteX185" fmla="*/ 0 w 10915134"/>
              <a:gd name="connsiteY185" fmla="*/ 2122164 h 2251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0915134" h="2251389">
                <a:moveTo>
                  <a:pt x="0" y="0"/>
                </a:moveTo>
                <a:lnTo>
                  <a:pt x="10915134" y="0"/>
                </a:lnTo>
                <a:lnTo>
                  <a:pt x="10882980" y="49990"/>
                </a:lnTo>
                <a:cubicBezTo>
                  <a:pt x="10880871" y="52147"/>
                  <a:pt x="10836905" y="107867"/>
                  <a:pt x="10834795" y="110024"/>
                </a:cubicBezTo>
                <a:cubicBezTo>
                  <a:pt x="10820319" y="128194"/>
                  <a:pt x="10762503" y="175620"/>
                  <a:pt x="10738392" y="165813"/>
                </a:cubicBezTo>
                <a:cubicBezTo>
                  <a:pt x="10748670" y="186392"/>
                  <a:pt x="10638347" y="188684"/>
                  <a:pt x="10633692" y="209264"/>
                </a:cubicBezTo>
                <a:cubicBezTo>
                  <a:pt x="10631767" y="225908"/>
                  <a:pt x="10597419" y="233945"/>
                  <a:pt x="10586800" y="239716"/>
                </a:cubicBezTo>
                <a:cubicBezTo>
                  <a:pt x="10579628" y="256520"/>
                  <a:pt x="10520682" y="224915"/>
                  <a:pt x="10501658" y="307174"/>
                </a:cubicBezTo>
                <a:cubicBezTo>
                  <a:pt x="10447727" y="313339"/>
                  <a:pt x="10447126" y="425780"/>
                  <a:pt x="10404067" y="412395"/>
                </a:cubicBezTo>
                <a:cubicBezTo>
                  <a:pt x="10392937" y="413598"/>
                  <a:pt x="10388815" y="467371"/>
                  <a:pt x="10380953" y="472334"/>
                </a:cubicBezTo>
                <a:lnTo>
                  <a:pt x="10341416" y="504774"/>
                </a:lnTo>
                <a:lnTo>
                  <a:pt x="10326329" y="523459"/>
                </a:lnTo>
                <a:lnTo>
                  <a:pt x="10298289" y="532173"/>
                </a:lnTo>
                <a:cubicBezTo>
                  <a:pt x="10284422" y="535049"/>
                  <a:pt x="10265952" y="533199"/>
                  <a:pt x="10243127" y="540715"/>
                </a:cubicBezTo>
                <a:cubicBezTo>
                  <a:pt x="10203910" y="562831"/>
                  <a:pt x="10165274" y="534580"/>
                  <a:pt x="10141243" y="592343"/>
                </a:cubicBezTo>
                <a:cubicBezTo>
                  <a:pt x="10059374" y="598371"/>
                  <a:pt x="10021953" y="650378"/>
                  <a:pt x="9940352" y="631518"/>
                </a:cubicBezTo>
                <a:cubicBezTo>
                  <a:pt x="9959797" y="646419"/>
                  <a:pt x="9860152" y="623282"/>
                  <a:pt x="9836226" y="660496"/>
                </a:cubicBezTo>
                <a:cubicBezTo>
                  <a:pt x="9788121" y="672556"/>
                  <a:pt x="9760988" y="668531"/>
                  <a:pt x="9686899" y="683782"/>
                </a:cubicBezTo>
                <a:cubicBezTo>
                  <a:pt x="9623800" y="700369"/>
                  <a:pt x="9613948" y="700871"/>
                  <a:pt x="9578209" y="709781"/>
                </a:cubicBezTo>
                <a:lnTo>
                  <a:pt x="9437298" y="757337"/>
                </a:lnTo>
                <a:lnTo>
                  <a:pt x="9435498" y="759689"/>
                </a:lnTo>
                <a:cubicBezTo>
                  <a:pt x="9426240" y="765982"/>
                  <a:pt x="9419508" y="766527"/>
                  <a:pt x="9413910" y="764531"/>
                </a:cubicBezTo>
                <a:lnTo>
                  <a:pt x="9361370" y="760593"/>
                </a:lnTo>
                <a:lnTo>
                  <a:pt x="9356626" y="764594"/>
                </a:lnTo>
                <a:lnTo>
                  <a:pt x="9311281" y="769260"/>
                </a:lnTo>
                <a:cubicBezTo>
                  <a:pt x="9311245" y="769953"/>
                  <a:pt x="9311210" y="770644"/>
                  <a:pt x="9311173" y="771337"/>
                </a:cubicBezTo>
                <a:cubicBezTo>
                  <a:pt x="9309900" y="776105"/>
                  <a:pt x="9307010" y="779823"/>
                  <a:pt x="9300658" y="781452"/>
                </a:cubicBezTo>
                <a:cubicBezTo>
                  <a:pt x="9318003" y="808459"/>
                  <a:pt x="9299643" y="793767"/>
                  <a:pt x="9279376" y="796188"/>
                </a:cubicBezTo>
                <a:cubicBezTo>
                  <a:pt x="9260850" y="809309"/>
                  <a:pt x="9206021" y="849156"/>
                  <a:pt x="9189502" y="860175"/>
                </a:cubicBezTo>
                <a:lnTo>
                  <a:pt x="9180260" y="862300"/>
                </a:lnTo>
                <a:cubicBezTo>
                  <a:pt x="9180236" y="862466"/>
                  <a:pt x="9180211" y="862633"/>
                  <a:pt x="9180186" y="862799"/>
                </a:cubicBezTo>
                <a:cubicBezTo>
                  <a:pt x="9178407" y="864232"/>
                  <a:pt x="9175456" y="865295"/>
                  <a:pt x="9170652" y="865945"/>
                </a:cubicBezTo>
                <a:lnTo>
                  <a:pt x="9145484" y="870300"/>
                </a:lnTo>
                <a:lnTo>
                  <a:pt x="9140031" y="874741"/>
                </a:lnTo>
                <a:lnTo>
                  <a:pt x="9138892" y="880860"/>
                </a:lnTo>
                <a:lnTo>
                  <a:pt x="9107257" y="903704"/>
                </a:lnTo>
                <a:cubicBezTo>
                  <a:pt x="9091321" y="899193"/>
                  <a:pt x="9043942" y="941365"/>
                  <a:pt x="9034880" y="948837"/>
                </a:cubicBezTo>
                <a:lnTo>
                  <a:pt x="8950600" y="994853"/>
                </a:lnTo>
                <a:cubicBezTo>
                  <a:pt x="8865196" y="1081843"/>
                  <a:pt x="8818875" y="1077389"/>
                  <a:pt x="8753014" y="1118658"/>
                </a:cubicBezTo>
                <a:cubicBezTo>
                  <a:pt x="8692981" y="1124704"/>
                  <a:pt x="8636332" y="1128410"/>
                  <a:pt x="8581094" y="1153261"/>
                </a:cubicBezTo>
                <a:cubicBezTo>
                  <a:pt x="8538621" y="1164812"/>
                  <a:pt x="8511758" y="1169577"/>
                  <a:pt x="8498175" y="1187969"/>
                </a:cubicBezTo>
                <a:lnTo>
                  <a:pt x="8448788" y="1206463"/>
                </a:lnTo>
                <a:lnTo>
                  <a:pt x="8367996" y="1232783"/>
                </a:lnTo>
                <a:cubicBezTo>
                  <a:pt x="8367806" y="1234615"/>
                  <a:pt x="8367614" y="1236446"/>
                  <a:pt x="8367423" y="1238278"/>
                </a:cubicBezTo>
                <a:lnTo>
                  <a:pt x="8359640" y="1246782"/>
                </a:lnTo>
                <a:lnTo>
                  <a:pt x="8346100" y="1266142"/>
                </a:lnTo>
                <a:lnTo>
                  <a:pt x="8318833" y="1292714"/>
                </a:lnTo>
                <a:lnTo>
                  <a:pt x="8317719" y="1291904"/>
                </a:lnTo>
                <a:cubicBezTo>
                  <a:pt x="8314688" y="1290662"/>
                  <a:pt x="8311461" y="1290840"/>
                  <a:pt x="8307730" y="1293984"/>
                </a:cubicBezTo>
                <a:cubicBezTo>
                  <a:pt x="8294903" y="1295590"/>
                  <a:pt x="8255937" y="1295887"/>
                  <a:pt x="8240756" y="1301537"/>
                </a:cubicBezTo>
                <a:cubicBezTo>
                  <a:pt x="8233324" y="1310481"/>
                  <a:pt x="8225256" y="1319366"/>
                  <a:pt x="8216639" y="1327887"/>
                </a:cubicBezTo>
                <a:lnTo>
                  <a:pt x="8211337" y="1332570"/>
                </a:lnTo>
                <a:lnTo>
                  <a:pt x="8211048" y="1332403"/>
                </a:lnTo>
                <a:cubicBezTo>
                  <a:pt x="8209501" y="1332874"/>
                  <a:pt x="8207607" y="1334206"/>
                  <a:pt x="8205085" y="1336831"/>
                </a:cubicBezTo>
                <a:lnTo>
                  <a:pt x="8137554" y="1342145"/>
                </a:lnTo>
                <a:cubicBezTo>
                  <a:pt x="8105705" y="1354688"/>
                  <a:pt x="8080446" y="1339423"/>
                  <a:pt x="8054564" y="1367911"/>
                </a:cubicBezTo>
                <a:cubicBezTo>
                  <a:pt x="8024726" y="1379555"/>
                  <a:pt x="7996957" y="1380148"/>
                  <a:pt x="7973237" y="1397544"/>
                </a:cubicBezTo>
                <a:cubicBezTo>
                  <a:pt x="7961439" y="1393972"/>
                  <a:pt x="7951168" y="1394796"/>
                  <a:pt x="7944198" y="1410276"/>
                </a:cubicBezTo>
                <a:cubicBezTo>
                  <a:pt x="7915673" y="1417804"/>
                  <a:pt x="7905583" y="1403950"/>
                  <a:pt x="7890643" y="1424144"/>
                </a:cubicBezTo>
                <a:cubicBezTo>
                  <a:pt x="7869590" y="1403678"/>
                  <a:pt x="7870757" y="1414314"/>
                  <a:pt x="7864997" y="1425023"/>
                </a:cubicBezTo>
                <a:lnTo>
                  <a:pt x="7864067" y="1426002"/>
                </a:lnTo>
                <a:lnTo>
                  <a:pt x="7861153" y="1423038"/>
                </a:lnTo>
                <a:lnTo>
                  <a:pt x="7844586" y="1429169"/>
                </a:lnTo>
                <a:lnTo>
                  <a:pt x="7840350" y="1432451"/>
                </a:lnTo>
                <a:cubicBezTo>
                  <a:pt x="7837357" y="1434345"/>
                  <a:pt x="7835272" y="1435129"/>
                  <a:pt x="7833722" y="1435148"/>
                </a:cubicBezTo>
                <a:lnTo>
                  <a:pt x="7833492" y="1434901"/>
                </a:lnTo>
                <a:lnTo>
                  <a:pt x="7827413" y="1438043"/>
                </a:lnTo>
                <a:cubicBezTo>
                  <a:pt x="7817294" y="1444069"/>
                  <a:pt x="7807591" y="1450613"/>
                  <a:pt x="7798463" y="1457407"/>
                </a:cubicBezTo>
                <a:cubicBezTo>
                  <a:pt x="7789625" y="1446704"/>
                  <a:pt x="7769649" y="1464040"/>
                  <a:pt x="7759015" y="1458666"/>
                </a:cubicBezTo>
                <a:lnTo>
                  <a:pt x="7752684" y="1444792"/>
                </a:lnTo>
                <a:lnTo>
                  <a:pt x="7747867" y="1447976"/>
                </a:lnTo>
                <a:lnTo>
                  <a:pt x="7738750" y="1456574"/>
                </a:lnTo>
                <a:cubicBezTo>
                  <a:pt x="7737328" y="1457741"/>
                  <a:pt x="7736297" y="1457914"/>
                  <a:pt x="7735619" y="1456320"/>
                </a:cubicBezTo>
                <a:cubicBezTo>
                  <a:pt x="7730006" y="1457852"/>
                  <a:pt x="7711662" y="1464787"/>
                  <a:pt x="7705072" y="1465768"/>
                </a:cubicBezTo>
                <a:lnTo>
                  <a:pt x="7696073" y="1462212"/>
                </a:lnTo>
                <a:lnTo>
                  <a:pt x="7692096" y="1462163"/>
                </a:lnTo>
                <a:lnTo>
                  <a:pt x="7674689" y="1477613"/>
                </a:lnTo>
                <a:lnTo>
                  <a:pt x="7665348" y="1483862"/>
                </a:lnTo>
                <a:lnTo>
                  <a:pt x="7606276" y="1538521"/>
                </a:lnTo>
                <a:lnTo>
                  <a:pt x="7504695" y="1566686"/>
                </a:lnTo>
                <a:cubicBezTo>
                  <a:pt x="7473718" y="1603709"/>
                  <a:pt x="7404436" y="1554658"/>
                  <a:pt x="7401270" y="1597361"/>
                </a:cubicBezTo>
                <a:cubicBezTo>
                  <a:pt x="7369238" y="1613154"/>
                  <a:pt x="7363418" y="1605164"/>
                  <a:pt x="7320321" y="1619535"/>
                </a:cubicBezTo>
                <a:cubicBezTo>
                  <a:pt x="7280514" y="1668809"/>
                  <a:pt x="7198683" y="1708462"/>
                  <a:pt x="7149526" y="1743630"/>
                </a:cubicBezTo>
                <a:cubicBezTo>
                  <a:pt x="7114410" y="1721934"/>
                  <a:pt x="7136043" y="1746476"/>
                  <a:pt x="7105391" y="1752328"/>
                </a:cubicBezTo>
                <a:cubicBezTo>
                  <a:pt x="7119677" y="1779725"/>
                  <a:pt x="7066212" y="1749779"/>
                  <a:pt x="7071654" y="1785091"/>
                </a:cubicBezTo>
                <a:cubicBezTo>
                  <a:pt x="7065905" y="1785038"/>
                  <a:pt x="7060161" y="1783873"/>
                  <a:pt x="7054359" y="1782439"/>
                </a:cubicBezTo>
                <a:lnTo>
                  <a:pt x="7051319" y="1781706"/>
                </a:lnTo>
                <a:lnTo>
                  <a:pt x="7040377" y="1784767"/>
                </a:lnTo>
                <a:lnTo>
                  <a:pt x="7035771" y="1778137"/>
                </a:lnTo>
                <a:lnTo>
                  <a:pt x="7018208" y="1777373"/>
                </a:lnTo>
                <a:cubicBezTo>
                  <a:pt x="7011866" y="1778247"/>
                  <a:pt x="7005318" y="1780539"/>
                  <a:pt x="6998493" y="1785098"/>
                </a:cubicBezTo>
                <a:cubicBezTo>
                  <a:pt x="6983689" y="1806072"/>
                  <a:pt x="6952865" y="1800516"/>
                  <a:pt x="6928288" y="1811732"/>
                </a:cubicBezTo>
                <a:lnTo>
                  <a:pt x="6917773" y="1820666"/>
                </a:lnTo>
                <a:lnTo>
                  <a:pt x="6881789" y="1828309"/>
                </a:lnTo>
                <a:lnTo>
                  <a:pt x="6879926" y="1830591"/>
                </a:lnTo>
                <a:cubicBezTo>
                  <a:pt x="6873880" y="1832712"/>
                  <a:pt x="6861049" y="1834739"/>
                  <a:pt x="6845508" y="1841035"/>
                </a:cubicBezTo>
                <a:lnTo>
                  <a:pt x="6786683" y="1868367"/>
                </a:lnTo>
                <a:lnTo>
                  <a:pt x="6773874" y="1863267"/>
                </a:lnTo>
                <a:lnTo>
                  <a:pt x="6771241" y="1859449"/>
                </a:lnTo>
                <a:lnTo>
                  <a:pt x="6755065" y="1866822"/>
                </a:lnTo>
                <a:lnTo>
                  <a:pt x="6740854" y="1865352"/>
                </a:lnTo>
                <a:lnTo>
                  <a:pt x="6730997" y="1874155"/>
                </a:lnTo>
                <a:lnTo>
                  <a:pt x="6714212" y="1876293"/>
                </a:lnTo>
                <a:cubicBezTo>
                  <a:pt x="6707919" y="1876308"/>
                  <a:pt x="6700834" y="1876122"/>
                  <a:pt x="6693130" y="1876808"/>
                </a:cubicBezTo>
                <a:lnTo>
                  <a:pt x="6674405" y="1873459"/>
                </a:lnTo>
                <a:lnTo>
                  <a:pt x="6647714" y="1878941"/>
                </a:lnTo>
                <a:cubicBezTo>
                  <a:pt x="6627122" y="1883360"/>
                  <a:pt x="6607220" y="1886896"/>
                  <a:pt x="6586613" y="1887053"/>
                </a:cubicBezTo>
                <a:cubicBezTo>
                  <a:pt x="6572205" y="1895536"/>
                  <a:pt x="6557706" y="1900239"/>
                  <a:pt x="6540424" y="1893269"/>
                </a:cubicBezTo>
                <a:cubicBezTo>
                  <a:pt x="6497538" y="1902769"/>
                  <a:pt x="6490601" y="1917381"/>
                  <a:pt x="6460034" y="1911286"/>
                </a:cubicBezTo>
                <a:cubicBezTo>
                  <a:pt x="6453811" y="1919532"/>
                  <a:pt x="6449254" y="1924158"/>
                  <a:pt x="6445449" y="1926499"/>
                </a:cubicBezTo>
                <a:cubicBezTo>
                  <a:pt x="6434030" y="1933525"/>
                  <a:pt x="6429411" y="1919994"/>
                  <a:pt x="6407092" y="1921993"/>
                </a:cubicBezTo>
                <a:cubicBezTo>
                  <a:pt x="6382682" y="1922166"/>
                  <a:pt x="6418607" y="1903450"/>
                  <a:pt x="6396332" y="1907025"/>
                </a:cubicBezTo>
                <a:cubicBezTo>
                  <a:pt x="6376015" y="1918727"/>
                  <a:pt x="6367614" y="1898795"/>
                  <a:pt x="6347048" y="1912130"/>
                </a:cubicBezTo>
                <a:cubicBezTo>
                  <a:pt x="6360109" y="1925598"/>
                  <a:pt x="6297691" y="1920276"/>
                  <a:pt x="6302270" y="1933613"/>
                </a:cubicBezTo>
                <a:cubicBezTo>
                  <a:pt x="6272680" y="1919839"/>
                  <a:pt x="6273323" y="1945036"/>
                  <a:pt x="6243078" y="1945644"/>
                </a:cubicBezTo>
                <a:cubicBezTo>
                  <a:pt x="6226744" y="1941607"/>
                  <a:pt x="6216828" y="1942552"/>
                  <a:pt x="6207738" y="1953011"/>
                </a:cubicBezTo>
                <a:cubicBezTo>
                  <a:pt x="6131633" y="1932600"/>
                  <a:pt x="6170923" y="1959774"/>
                  <a:pt x="6108781" y="1959474"/>
                </a:cubicBezTo>
                <a:lnTo>
                  <a:pt x="6103698" y="1959304"/>
                </a:lnTo>
                <a:lnTo>
                  <a:pt x="6087017" y="1969078"/>
                </a:lnTo>
                <a:cubicBezTo>
                  <a:pt x="6086783" y="1969912"/>
                  <a:pt x="6086547" y="1970745"/>
                  <a:pt x="6086313" y="1971580"/>
                </a:cubicBezTo>
                <a:lnTo>
                  <a:pt x="6024291" y="1966761"/>
                </a:lnTo>
                <a:lnTo>
                  <a:pt x="6016853" y="1970526"/>
                </a:lnTo>
                <a:lnTo>
                  <a:pt x="5975404" y="1961749"/>
                </a:lnTo>
                <a:lnTo>
                  <a:pt x="5954536" y="1960220"/>
                </a:lnTo>
                <a:lnTo>
                  <a:pt x="5917280" y="1954478"/>
                </a:lnTo>
                <a:lnTo>
                  <a:pt x="5914232" y="1956919"/>
                </a:lnTo>
                <a:lnTo>
                  <a:pt x="5906850" y="1954702"/>
                </a:lnTo>
                <a:lnTo>
                  <a:pt x="5901461" y="1957577"/>
                </a:lnTo>
                <a:lnTo>
                  <a:pt x="5895317" y="1956828"/>
                </a:lnTo>
                <a:cubicBezTo>
                  <a:pt x="5883595" y="1958629"/>
                  <a:pt x="5844137" y="1966833"/>
                  <a:pt x="5831128" y="1968382"/>
                </a:cubicBezTo>
                <a:lnTo>
                  <a:pt x="5817261" y="1966124"/>
                </a:lnTo>
                <a:lnTo>
                  <a:pt x="5806791" y="1974713"/>
                </a:lnTo>
                <a:lnTo>
                  <a:pt x="5762574" y="1976973"/>
                </a:lnTo>
                <a:lnTo>
                  <a:pt x="5747297" y="1970252"/>
                </a:lnTo>
                <a:lnTo>
                  <a:pt x="5733169" y="1965433"/>
                </a:lnTo>
                <a:lnTo>
                  <a:pt x="5731338" y="1965447"/>
                </a:lnTo>
                <a:lnTo>
                  <a:pt x="5712957" y="1965596"/>
                </a:lnTo>
                <a:lnTo>
                  <a:pt x="5678760" y="1965873"/>
                </a:lnTo>
                <a:cubicBezTo>
                  <a:pt x="5656934" y="1966331"/>
                  <a:pt x="5634795" y="1967772"/>
                  <a:pt x="5612457" y="1972287"/>
                </a:cubicBezTo>
                <a:cubicBezTo>
                  <a:pt x="5527023" y="1949966"/>
                  <a:pt x="5534401" y="1947926"/>
                  <a:pt x="5462439" y="1941766"/>
                </a:cubicBezTo>
                <a:cubicBezTo>
                  <a:pt x="5427425" y="1917624"/>
                  <a:pt x="5291183" y="1960519"/>
                  <a:pt x="5249426" y="1957993"/>
                </a:cubicBezTo>
                <a:cubicBezTo>
                  <a:pt x="5146406" y="1973328"/>
                  <a:pt x="4927624" y="2044719"/>
                  <a:pt x="4795460" y="2018541"/>
                </a:cubicBezTo>
                <a:cubicBezTo>
                  <a:pt x="4762844" y="2022395"/>
                  <a:pt x="4718233" y="2031407"/>
                  <a:pt x="4698875" y="2031693"/>
                </a:cubicBezTo>
                <a:lnTo>
                  <a:pt x="4635334" y="2035504"/>
                </a:lnTo>
                <a:lnTo>
                  <a:pt x="4529228" y="2076609"/>
                </a:lnTo>
                <a:cubicBezTo>
                  <a:pt x="4475152" y="2050383"/>
                  <a:pt x="4475600" y="2080729"/>
                  <a:pt x="4408461" y="2090939"/>
                </a:cubicBezTo>
                <a:cubicBezTo>
                  <a:pt x="4383821" y="2082708"/>
                  <a:pt x="4268804" y="2082966"/>
                  <a:pt x="4254651" y="2101730"/>
                </a:cubicBezTo>
                <a:cubicBezTo>
                  <a:pt x="4238862" y="2106286"/>
                  <a:pt x="4220313" y="2100544"/>
                  <a:pt x="4213233" y="2120326"/>
                </a:cubicBezTo>
                <a:cubicBezTo>
                  <a:pt x="4201430" y="2144259"/>
                  <a:pt x="4145731" y="2110137"/>
                  <a:pt x="4153938" y="2137520"/>
                </a:cubicBezTo>
                <a:cubicBezTo>
                  <a:pt x="4114396" y="2114195"/>
                  <a:pt x="4083806" y="2164553"/>
                  <a:pt x="4050969" y="2177971"/>
                </a:cubicBezTo>
                <a:cubicBezTo>
                  <a:pt x="4019767" y="2177378"/>
                  <a:pt x="4005088" y="2190554"/>
                  <a:pt x="3933162" y="2199509"/>
                </a:cubicBezTo>
                <a:cubicBezTo>
                  <a:pt x="3898830" y="2172322"/>
                  <a:pt x="3861284" y="2221170"/>
                  <a:pt x="3797609" y="2185813"/>
                </a:cubicBezTo>
                <a:cubicBezTo>
                  <a:pt x="3795667" y="2189772"/>
                  <a:pt x="3776702" y="2186188"/>
                  <a:pt x="3723511" y="2185401"/>
                </a:cubicBezTo>
                <a:cubicBezTo>
                  <a:pt x="3670320" y="2184613"/>
                  <a:pt x="3558625" y="2184230"/>
                  <a:pt x="3478465" y="2181087"/>
                </a:cubicBezTo>
                <a:cubicBezTo>
                  <a:pt x="3387474" y="2181789"/>
                  <a:pt x="3428499" y="2219948"/>
                  <a:pt x="3308996" y="2177978"/>
                </a:cubicBezTo>
                <a:cubicBezTo>
                  <a:pt x="3299910" y="2200517"/>
                  <a:pt x="3285785" y="2202748"/>
                  <a:pt x="3260282" y="2194479"/>
                </a:cubicBezTo>
                <a:cubicBezTo>
                  <a:pt x="3216295" y="2196427"/>
                  <a:pt x="3227371" y="2250251"/>
                  <a:pt x="3178557" y="2221451"/>
                </a:cubicBezTo>
                <a:cubicBezTo>
                  <a:pt x="3146795" y="2234329"/>
                  <a:pt x="3117401" y="2220418"/>
                  <a:pt x="3097074" y="2229837"/>
                </a:cubicBezTo>
                <a:lnTo>
                  <a:pt x="3029944" y="2248531"/>
                </a:lnTo>
                <a:cubicBezTo>
                  <a:pt x="2992804" y="2254069"/>
                  <a:pt x="2982389" y="2213943"/>
                  <a:pt x="2964870" y="2251389"/>
                </a:cubicBezTo>
                <a:lnTo>
                  <a:pt x="2931496" y="2243024"/>
                </a:lnTo>
                <a:lnTo>
                  <a:pt x="2892959" y="2233969"/>
                </a:lnTo>
                <a:cubicBezTo>
                  <a:pt x="2872669" y="2227791"/>
                  <a:pt x="2882203" y="2234774"/>
                  <a:pt x="2839074" y="2225008"/>
                </a:cubicBezTo>
                <a:cubicBezTo>
                  <a:pt x="2811442" y="2251884"/>
                  <a:pt x="2766379" y="2232117"/>
                  <a:pt x="2693779" y="2231570"/>
                </a:cubicBezTo>
                <a:lnTo>
                  <a:pt x="2523799" y="2236547"/>
                </a:lnTo>
                <a:cubicBezTo>
                  <a:pt x="2466172" y="2242686"/>
                  <a:pt x="2414634" y="2227724"/>
                  <a:pt x="2340069" y="2220699"/>
                </a:cubicBezTo>
                <a:cubicBezTo>
                  <a:pt x="2265503" y="2213674"/>
                  <a:pt x="2139796" y="2191971"/>
                  <a:pt x="2076408" y="2194398"/>
                </a:cubicBezTo>
                <a:cubicBezTo>
                  <a:pt x="2032508" y="2197562"/>
                  <a:pt x="2027933" y="2185141"/>
                  <a:pt x="1983593" y="2219360"/>
                </a:cubicBezTo>
                <a:cubicBezTo>
                  <a:pt x="1947094" y="2209205"/>
                  <a:pt x="1890960" y="2218305"/>
                  <a:pt x="1853105" y="2214141"/>
                </a:cubicBezTo>
                <a:cubicBezTo>
                  <a:pt x="1825748" y="2216625"/>
                  <a:pt x="1783192" y="2179879"/>
                  <a:pt x="1748511" y="2178472"/>
                </a:cubicBezTo>
                <a:cubicBezTo>
                  <a:pt x="1703498" y="2196202"/>
                  <a:pt x="1694831" y="2157630"/>
                  <a:pt x="1633422" y="2143415"/>
                </a:cubicBezTo>
                <a:cubicBezTo>
                  <a:pt x="1607630" y="2161065"/>
                  <a:pt x="1579060" y="2145077"/>
                  <a:pt x="1558946" y="2128843"/>
                </a:cubicBezTo>
                <a:cubicBezTo>
                  <a:pt x="1499069" y="2134267"/>
                  <a:pt x="1452565" y="2133855"/>
                  <a:pt x="1385344" y="2124817"/>
                </a:cubicBezTo>
                <a:cubicBezTo>
                  <a:pt x="1312492" y="2145463"/>
                  <a:pt x="1299315" y="2122756"/>
                  <a:pt x="1227473" y="2113291"/>
                </a:cubicBezTo>
                <a:cubicBezTo>
                  <a:pt x="1199075" y="2120045"/>
                  <a:pt x="1149241" y="2095660"/>
                  <a:pt x="1088711" y="2097947"/>
                </a:cubicBezTo>
                <a:cubicBezTo>
                  <a:pt x="1048569" y="2095382"/>
                  <a:pt x="1091396" y="2061344"/>
                  <a:pt x="939259" y="2073411"/>
                </a:cubicBezTo>
                <a:cubicBezTo>
                  <a:pt x="930603" y="2080267"/>
                  <a:pt x="912274" y="2072716"/>
                  <a:pt x="914345" y="2063135"/>
                </a:cubicBezTo>
                <a:cubicBezTo>
                  <a:pt x="904674" y="2065915"/>
                  <a:pt x="881392" y="2083881"/>
                  <a:pt x="879393" y="2068419"/>
                </a:cubicBezTo>
                <a:cubicBezTo>
                  <a:pt x="831068" y="2065554"/>
                  <a:pt x="782797" y="2073516"/>
                  <a:pt x="739242" y="2091539"/>
                </a:cubicBezTo>
                <a:cubicBezTo>
                  <a:pt x="713063" y="2085924"/>
                  <a:pt x="685973" y="2097939"/>
                  <a:pt x="628509" y="2108134"/>
                </a:cubicBezTo>
                <a:cubicBezTo>
                  <a:pt x="575136" y="2076613"/>
                  <a:pt x="570057" y="2131408"/>
                  <a:pt x="508046" y="2109851"/>
                </a:cubicBezTo>
                <a:cubicBezTo>
                  <a:pt x="473420" y="2105939"/>
                  <a:pt x="433697" y="2091842"/>
                  <a:pt x="408793" y="2105335"/>
                </a:cubicBezTo>
                <a:cubicBezTo>
                  <a:pt x="383633" y="2099507"/>
                  <a:pt x="299763" y="2118030"/>
                  <a:pt x="259142" y="2115883"/>
                </a:cubicBezTo>
                <a:cubicBezTo>
                  <a:pt x="191085" y="2103328"/>
                  <a:pt x="127146" y="2128850"/>
                  <a:pt x="91266" y="2135533"/>
                </a:cubicBezTo>
                <a:cubicBezTo>
                  <a:pt x="55346" y="2131669"/>
                  <a:pt x="37547" y="2122850"/>
                  <a:pt x="12251" y="2121489"/>
                </a:cubicBezTo>
                <a:lnTo>
                  <a:pt x="0" y="2122164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786B0A-7B46-66BF-793B-90A5CDADB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7" y="609600"/>
            <a:ext cx="5915197" cy="1330519"/>
          </a:xfrm>
        </p:spPr>
        <p:txBody>
          <a:bodyPr>
            <a:normAutofit/>
          </a:bodyPr>
          <a:lstStyle/>
          <a:p>
            <a:r>
              <a:rPr lang="ru-RU" dirty="0"/>
              <a:t>Список используемых источников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BFFEA99-E831-4C3B-8D16-0EA4AB33F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95584" y="610517"/>
            <a:ext cx="4010943" cy="5636963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B9FD11D-7561-43C8-BE54-00D7DCF0E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5391" y="5800300"/>
            <a:ext cx="5736610" cy="1057702"/>
          </a:xfrm>
          <a:custGeom>
            <a:avLst/>
            <a:gdLst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791651 w 5741575"/>
              <a:gd name="connsiteY38" fmla="*/ 567019 h 955271"/>
              <a:gd name="connsiteX39" fmla="*/ 1873778 w 5741575"/>
              <a:gd name="connsiteY39" fmla="*/ 530130 h 955271"/>
              <a:gd name="connsiteX40" fmla="*/ 1988411 w 5741575"/>
              <a:gd name="connsiteY40" fmla="*/ 491599 h 955271"/>
              <a:gd name="connsiteX41" fmla="*/ 2085507 w 5741575"/>
              <a:gd name="connsiteY41" fmla="*/ 498527 h 955271"/>
              <a:gd name="connsiteX42" fmla="*/ 2090767 w 5741575"/>
              <a:gd name="connsiteY42" fmla="*/ 490616 h 955271"/>
              <a:gd name="connsiteX43" fmla="*/ 2151143 w 5741575"/>
              <a:gd name="connsiteY43" fmla="*/ 478332 h 955271"/>
              <a:gd name="connsiteX44" fmla="*/ 2378710 w 5741575"/>
              <a:gd name="connsiteY44" fmla="*/ 477570 h 955271"/>
              <a:gd name="connsiteX45" fmla="*/ 2496256 w 5741575"/>
              <a:gd name="connsiteY45" fmla="*/ 452396 h 955271"/>
              <a:gd name="connsiteX46" fmla="*/ 2535387 w 5741575"/>
              <a:gd name="connsiteY46" fmla="*/ 436645 h 955271"/>
              <a:gd name="connsiteX47" fmla="*/ 2601109 w 5741575"/>
              <a:gd name="connsiteY47" fmla="*/ 410678 h 955271"/>
              <a:gd name="connsiteX48" fmla="*/ 2643855 w 5741575"/>
              <a:gd name="connsiteY48" fmla="*/ 374482 h 955271"/>
              <a:gd name="connsiteX49" fmla="*/ 2657726 w 5741575"/>
              <a:gd name="connsiteY49" fmla="*/ 365841 h 955271"/>
              <a:gd name="connsiteX50" fmla="*/ 2687125 w 5741575"/>
              <a:gd name="connsiteY50" fmla="*/ 366820 h 955271"/>
              <a:gd name="connsiteX51" fmla="*/ 2697479 w 5741575"/>
              <a:gd name="connsiteY51" fmla="*/ 361430 h 955271"/>
              <a:gd name="connsiteX52" fmla="*/ 2701547 w 5741575"/>
              <a:gd name="connsiteY52" fmla="*/ 361545 h 955271"/>
              <a:gd name="connsiteX53" fmla="*/ 2711054 w 5741575"/>
              <a:gd name="connsiteY53" fmla="*/ 360597 h 955271"/>
              <a:gd name="connsiteX54" fmla="*/ 2710438 w 5741575"/>
              <a:gd name="connsiteY54" fmla="*/ 366958 h 955271"/>
              <a:gd name="connsiteX55" fmla="*/ 2722936 w 5741575"/>
              <a:gd name="connsiteY55" fmla="*/ 377633 h 955271"/>
              <a:gd name="connsiteX56" fmla="*/ 2777227 w 5741575"/>
              <a:gd name="connsiteY56" fmla="*/ 368972 h 955271"/>
              <a:gd name="connsiteX57" fmla="*/ 2779510 w 5741575"/>
              <a:gd name="connsiteY57" fmla="*/ 361652 h 955271"/>
              <a:gd name="connsiteX58" fmla="*/ 2786278 w 5741575"/>
              <a:gd name="connsiteY58" fmla="*/ 359869 h 955271"/>
              <a:gd name="connsiteX59" fmla="*/ 2792101 w 5741575"/>
              <a:gd name="connsiteY59" fmla="*/ 365927 h 955271"/>
              <a:gd name="connsiteX60" fmla="*/ 2885545 w 5741575"/>
              <a:gd name="connsiteY60" fmla="*/ 372818 h 955271"/>
              <a:gd name="connsiteX61" fmla="*/ 3009558 w 5741575"/>
              <a:gd name="connsiteY61" fmla="*/ 370573 h 955271"/>
              <a:gd name="connsiteX62" fmla="*/ 3095010 w 5741575"/>
              <a:gd name="connsiteY62" fmla="*/ 332454 h 955271"/>
              <a:gd name="connsiteX63" fmla="*/ 3103742 w 5741575"/>
              <a:gd name="connsiteY63" fmla="*/ 337974 h 955271"/>
              <a:gd name="connsiteX64" fmla="*/ 3165093 w 5741575"/>
              <a:gd name="connsiteY64" fmla="*/ 329459 h 955271"/>
              <a:gd name="connsiteX65" fmla="*/ 3373785 w 5741575"/>
              <a:gd name="connsiteY65" fmla="*/ 255680 h 955271"/>
              <a:gd name="connsiteX66" fmla="*/ 3493851 w 5741575"/>
              <a:gd name="connsiteY66" fmla="*/ 240255 h 955271"/>
              <a:gd name="connsiteX67" fmla="*/ 3537470 w 5741575"/>
              <a:gd name="connsiteY67" fmla="*/ 241867 h 955271"/>
              <a:gd name="connsiteX68" fmla="*/ 3610489 w 5741575"/>
              <a:gd name="connsiteY68" fmla="*/ 244128 h 955271"/>
              <a:gd name="connsiteX69" fmla="*/ 3667539 w 5741575"/>
              <a:gd name="connsiteY69" fmla="*/ 263271 h 955271"/>
              <a:gd name="connsiteX70" fmla="*/ 3727614 w 5741575"/>
              <a:gd name="connsiteY70" fmla="*/ 258245 h 955271"/>
              <a:gd name="connsiteX71" fmla="*/ 3738369 w 5741575"/>
              <a:gd name="connsiteY71" fmla="*/ 234506 h 955271"/>
              <a:gd name="connsiteX72" fmla="*/ 3803670 w 5741575"/>
              <a:gd name="connsiteY72" fmla="*/ 236457 h 955271"/>
              <a:gd name="connsiteX73" fmla="*/ 3903080 w 5741575"/>
              <a:gd name="connsiteY73" fmla="*/ 241890 h 955271"/>
              <a:gd name="connsiteX74" fmla="*/ 3959588 w 5741575"/>
              <a:gd name="connsiteY74" fmla="*/ 239195 h 955271"/>
              <a:gd name="connsiteX75" fmla="*/ 4114838 w 5741575"/>
              <a:gd name="connsiteY75" fmla="*/ 238165 h 955271"/>
              <a:gd name="connsiteX76" fmla="*/ 4271023 w 5741575"/>
              <a:gd name="connsiteY76" fmla="*/ 241959 h 955271"/>
              <a:gd name="connsiteX77" fmla="*/ 4367397 w 5741575"/>
              <a:gd name="connsiteY77" fmla="*/ 271442 h 955271"/>
              <a:gd name="connsiteX78" fmla="*/ 4495366 w 5741575"/>
              <a:gd name="connsiteY78" fmla="*/ 271618 h 955271"/>
              <a:gd name="connsiteX79" fmla="*/ 4517347 w 5741575"/>
              <a:gd name="connsiteY79" fmla="*/ 275639 h 955271"/>
              <a:gd name="connsiteX80" fmla="*/ 4546116 w 5741575"/>
              <a:gd name="connsiteY80" fmla="*/ 268568 h 955271"/>
              <a:gd name="connsiteX81" fmla="*/ 4661259 w 5741575"/>
              <a:gd name="connsiteY81" fmla="*/ 238966 h 955271"/>
              <a:gd name="connsiteX82" fmla="*/ 4750403 w 5741575"/>
              <a:gd name="connsiteY82" fmla="*/ 204364 h 955271"/>
              <a:gd name="connsiteX83" fmla="*/ 4867614 w 5741575"/>
              <a:gd name="connsiteY83" fmla="*/ 208668 h 955271"/>
              <a:gd name="connsiteX84" fmla="*/ 4937036 w 5741575"/>
              <a:gd name="connsiteY84" fmla="*/ 195446 h 955271"/>
              <a:gd name="connsiteX85" fmla="*/ 5047626 w 5741575"/>
              <a:gd name="connsiteY85" fmla="*/ 149604 h 955271"/>
              <a:gd name="connsiteX86" fmla="*/ 5200247 w 5741575"/>
              <a:gd name="connsiteY86" fmla="*/ 142695 h 955271"/>
              <a:gd name="connsiteX87" fmla="*/ 5235691 w 5741575"/>
              <a:gd name="connsiteY87" fmla="*/ 173330 h 955271"/>
              <a:gd name="connsiteX88" fmla="*/ 5280133 w 5741575"/>
              <a:gd name="connsiteY88" fmla="*/ 189342 h 955271"/>
              <a:gd name="connsiteX89" fmla="*/ 5291963 w 5741575"/>
              <a:gd name="connsiteY89" fmla="*/ 139446 h 955271"/>
              <a:gd name="connsiteX90" fmla="*/ 5418472 w 5741575"/>
              <a:gd name="connsiteY90" fmla="*/ 89163 h 955271"/>
              <a:gd name="connsiteX91" fmla="*/ 5482354 w 5741575"/>
              <a:gd name="connsiteY91" fmla="*/ 69470 h 955271"/>
              <a:gd name="connsiteX92" fmla="*/ 5583280 w 5741575"/>
              <a:gd name="connsiteY92" fmla="*/ 49787 h 955271"/>
              <a:gd name="connsiteX93" fmla="*/ 5613766 w 5741575"/>
              <a:gd name="connsiteY93" fmla="*/ 41855 h 955271"/>
              <a:gd name="connsiteX94" fmla="*/ 5684952 w 5741575"/>
              <a:gd name="connsiteY94" fmla="*/ 26088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791651 w 5741575"/>
              <a:gd name="connsiteY38" fmla="*/ 567019 h 955271"/>
              <a:gd name="connsiteX39" fmla="*/ 1873778 w 5741575"/>
              <a:gd name="connsiteY39" fmla="*/ 530130 h 955271"/>
              <a:gd name="connsiteX40" fmla="*/ 1988411 w 5741575"/>
              <a:gd name="connsiteY40" fmla="*/ 491599 h 955271"/>
              <a:gd name="connsiteX41" fmla="*/ 2085507 w 5741575"/>
              <a:gd name="connsiteY41" fmla="*/ 498527 h 955271"/>
              <a:gd name="connsiteX42" fmla="*/ 2090767 w 5741575"/>
              <a:gd name="connsiteY42" fmla="*/ 490616 h 955271"/>
              <a:gd name="connsiteX43" fmla="*/ 2151143 w 5741575"/>
              <a:gd name="connsiteY43" fmla="*/ 478332 h 955271"/>
              <a:gd name="connsiteX44" fmla="*/ 2378710 w 5741575"/>
              <a:gd name="connsiteY44" fmla="*/ 477570 h 955271"/>
              <a:gd name="connsiteX45" fmla="*/ 2496256 w 5741575"/>
              <a:gd name="connsiteY45" fmla="*/ 452396 h 955271"/>
              <a:gd name="connsiteX46" fmla="*/ 2535387 w 5741575"/>
              <a:gd name="connsiteY46" fmla="*/ 436645 h 955271"/>
              <a:gd name="connsiteX47" fmla="*/ 2601109 w 5741575"/>
              <a:gd name="connsiteY47" fmla="*/ 410678 h 955271"/>
              <a:gd name="connsiteX48" fmla="*/ 2643855 w 5741575"/>
              <a:gd name="connsiteY48" fmla="*/ 374482 h 955271"/>
              <a:gd name="connsiteX49" fmla="*/ 2657726 w 5741575"/>
              <a:gd name="connsiteY49" fmla="*/ 365841 h 955271"/>
              <a:gd name="connsiteX50" fmla="*/ 2687125 w 5741575"/>
              <a:gd name="connsiteY50" fmla="*/ 366820 h 955271"/>
              <a:gd name="connsiteX51" fmla="*/ 2697479 w 5741575"/>
              <a:gd name="connsiteY51" fmla="*/ 361430 h 955271"/>
              <a:gd name="connsiteX52" fmla="*/ 2701547 w 5741575"/>
              <a:gd name="connsiteY52" fmla="*/ 361545 h 955271"/>
              <a:gd name="connsiteX53" fmla="*/ 2711054 w 5741575"/>
              <a:gd name="connsiteY53" fmla="*/ 360597 h 955271"/>
              <a:gd name="connsiteX54" fmla="*/ 2710438 w 5741575"/>
              <a:gd name="connsiteY54" fmla="*/ 366958 h 955271"/>
              <a:gd name="connsiteX55" fmla="*/ 2722936 w 5741575"/>
              <a:gd name="connsiteY55" fmla="*/ 377633 h 955271"/>
              <a:gd name="connsiteX56" fmla="*/ 2777227 w 5741575"/>
              <a:gd name="connsiteY56" fmla="*/ 368972 h 955271"/>
              <a:gd name="connsiteX57" fmla="*/ 2779510 w 5741575"/>
              <a:gd name="connsiteY57" fmla="*/ 361652 h 955271"/>
              <a:gd name="connsiteX58" fmla="*/ 2786278 w 5741575"/>
              <a:gd name="connsiteY58" fmla="*/ 359869 h 955271"/>
              <a:gd name="connsiteX59" fmla="*/ 2792101 w 5741575"/>
              <a:gd name="connsiteY59" fmla="*/ 365927 h 955271"/>
              <a:gd name="connsiteX60" fmla="*/ 2885545 w 5741575"/>
              <a:gd name="connsiteY60" fmla="*/ 372818 h 955271"/>
              <a:gd name="connsiteX61" fmla="*/ 3009558 w 5741575"/>
              <a:gd name="connsiteY61" fmla="*/ 370573 h 955271"/>
              <a:gd name="connsiteX62" fmla="*/ 3095010 w 5741575"/>
              <a:gd name="connsiteY62" fmla="*/ 332454 h 955271"/>
              <a:gd name="connsiteX63" fmla="*/ 3103742 w 5741575"/>
              <a:gd name="connsiteY63" fmla="*/ 337974 h 955271"/>
              <a:gd name="connsiteX64" fmla="*/ 3165093 w 5741575"/>
              <a:gd name="connsiteY64" fmla="*/ 329459 h 955271"/>
              <a:gd name="connsiteX65" fmla="*/ 3373785 w 5741575"/>
              <a:gd name="connsiteY65" fmla="*/ 255680 h 955271"/>
              <a:gd name="connsiteX66" fmla="*/ 3493851 w 5741575"/>
              <a:gd name="connsiteY66" fmla="*/ 240255 h 955271"/>
              <a:gd name="connsiteX67" fmla="*/ 3537470 w 5741575"/>
              <a:gd name="connsiteY67" fmla="*/ 241867 h 955271"/>
              <a:gd name="connsiteX68" fmla="*/ 3610489 w 5741575"/>
              <a:gd name="connsiteY68" fmla="*/ 244128 h 955271"/>
              <a:gd name="connsiteX69" fmla="*/ 3667539 w 5741575"/>
              <a:gd name="connsiteY69" fmla="*/ 263271 h 955271"/>
              <a:gd name="connsiteX70" fmla="*/ 3727614 w 5741575"/>
              <a:gd name="connsiteY70" fmla="*/ 258245 h 955271"/>
              <a:gd name="connsiteX71" fmla="*/ 3738369 w 5741575"/>
              <a:gd name="connsiteY71" fmla="*/ 234506 h 955271"/>
              <a:gd name="connsiteX72" fmla="*/ 3803670 w 5741575"/>
              <a:gd name="connsiteY72" fmla="*/ 236457 h 955271"/>
              <a:gd name="connsiteX73" fmla="*/ 3903080 w 5741575"/>
              <a:gd name="connsiteY73" fmla="*/ 241890 h 955271"/>
              <a:gd name="connsiteX74" fmla="*/ 4114838 w 5741575"/>
              <a:gd name="connsiteY74" fmla="*/ 238165 h 955271"/>
              <a:gd name="connsiteX75" fmla="*/ 4271023 w 5741575"/>
              <a:gd name="connsiteY75" fmla="*/ 241959 h 955271"/>
              <a:gd name="connsiteX76" fmla="*/ 4367397 w 5741575"/>
              <a:gd name="connsiteY76" fmla="*/ 271442 h 955271"/>
              <a:gd name="connsiteX77" fmla="*/ 4495366 w 5741575"/>
              <a:gd name="connsiteY77" fmla="*/ 271618 h 955271"/>
              <a:gd name="connsiteX78" fmla="*/ 4517347 w 5741575"/>
              <a:gd name="connsiteY78" fmla="*/ 275639 h 955271"/>
              <a:gd name="connsiteX79" fmla="*/ 4546116 w 5741575"/>
              <a:gd name="connsiteY79" fmla="*/ 268568 h 955271"/>
              <a:gd name="connsiteX80" fmla="*/ 4661259 w 5741575"/>
              <a:gd name="connsiteY80" fmla="*/ 238966 h 955271"/>
              <a:gd name="connsiteX81" fmla="*/ 4750403 w 5741575"/>
              <a:gd name="connsiteY81" fmla="*/ 204364 h 955271"/>
              <a:gd name="connsiteX82" fmla="*/ 4867614 w 5741575"/>
              <a:gd name="connsiteY82" fmla="*/ 208668 h 955271"/>
              <a:gd name="connsiteX83" fmla="*/ 4937036 w 5741575"/>
              <a:gd name="connsiteY83" fmla="*/ 195446 h 955271"/>
              <a:gd name="connsiteX84" fmla="*/ 5047626 w 5741575"/>
              <a:gd name="connsiteY84" fmla="*/ 149604 h 955271"/>
              <a:gd name="connsiteX85" fmla="*/ 5200247 w 5741575"/>
              <a:gd name="connsiteY85" fmla="*/ 142695 h 955271"/>
              <a:gd name="connsiteX86" fmla="*/ 5235691 w 5741575"/>
              <a:gd name="connsiteY86" fmla="*/ 173330 h 955271"/>
              <a:gd name="connsiteX87" fmla="*/ 5280133 w 5741575"/>
              <a:gd name="connsiteY87" fmla="*/ 189342 h 955271"/>
              <a:gd name="connsiteX88" fmla="*/ 5291963 w 5741575"/>
              <a:gd name="connsiteY88" fmla="*/ 139446 h 955271"/>
              <a:gd name="connsiteX89" fmla="*/ 5418472 w 5741575"/>
              <a:gd name="connsiteY89" fmla="*/ 89163 h 955271"/>
              <a:gd name="connsiteX90" fmla="*/ 5482354 w 5741575"/>
              <a:gd name="connsiteY90" fmla="*/ 69470 h 955271"/>
              <a:gd name="connsiteX91" fmla="*/ 5583280 w 5741575"/>
              <a:gd name="connsiteY91" fmla="*/ 49787 h 955271"/>
              <a:gd name="connsiteX92" fmla="*/ 5613766 w 5741575"/>
              <a:gd name="connsiteY92" fmla="*/ 41855 h 955271"/>
              <a:gd name="connsiteX93" fmla="*/ 5684952 w 5741575"/>
              <a:gd name="connsiteY93" fmla="*/ 26088 h 955271"/>
              <a:gd name="connsiteX94" fmla="*/ 5741575 w 5741575"/>
              <a:gd name="connsiteY94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873778 w 5741575"/>
              <a:gd name="connsiteY38" fmla="*/ 530130 h 955271"/>
              <a:gd name="connsiteX39" fmla="*/ 1988411 w 5741575"/>
              <a:gd name="connsiteY39" fmla="*/ 491599 h 955271"/>
              <a:gd name="connsiteX40" fmla="*/ 2085507 w 5741575"/>
              <a:gd name="connsiteY40" fmla="*/ 498527 h 955271"/>
              <a:gd name="connsiteX41" fmla="*/ 2090767 w 5741575"/>
              <a:gd name="connsiteY41" fmla="*/ 490616 h 955271"/>
              <a:gd name="connsiteX42" fmla="*/ 2151143 w 5741575"/>
              <a:gd name="connsiteY42" fmla="*/ 478332 h 955271"/>
              <a:gd name="connsiteX43" fmla="*/ 2378710 w 5741575"/>
              <a:gd name="connsiteY43" fmla="*/ 477570 h 955271"/>
              <a:gd name="connsiteX44" fmla="*/ 2496256 w 5741575"/>
              <a:gd name="connsiteY44" fmla="*/ 452396 h 955271"/>
              <a:gd name="connsiteX45" fmla="*/ 2535387 w 5741575"/>
              <a:gd name="connsiteY45" fmla="*/ 436645 h 955271"/>
              <a:gd name="connsiteX46" fmla="*/ 2601109 w 5741575"/>
              <a:gd name="connsiteY46" fmla="*/ 410678 h 955271"/>
              <a:gd name="connsiteX47" fmla="*/ 2643855 w 5741575"/>
              <a:gd name="connsiteY47" fmla="*/ 374482 h 955271"/>
              <a:gd name="connsiteX48" fmla="*/ 2657726 w 5741575"/>
              <a:gd name="connsiteY48" fmla="*/ 365841 h 955271"/>
              <a:gd name="connsiteX49" fmla="*/ 2687125 w 5741575"/>
              <a:gd name="connsiteY49" fmla="*/ 366820 h 955271"/>
              <a:gd name="connsiteX50" fmla="*/ 2697479 w 5741575"/>
              <a:gd name="connsiteY50" fmla="*/ 361430 h 955271"/>
              <a:gd name="connsiteX51" fmla="*/ 2701547 w 5741575"/>
              <a:gd name="connsiteY51" fmla="*/ 361545 h 955271"/>
              <a:gd name="connsiteX52" fmla="*/ 2711054 w 5741575"/>
              <a:gd name="connsiteY52" fmla="*/ 360597 h 955271"/>
              <a:gd name="connsiteX53" fmla="*/ 2710438 w 5741575"/>
              <a:gd name="connsiteY53" fmla="*/ 366958 h 955271"/>
              <a:gd name="connsiteX54" fmla="*/ 2722936 w 5741575"/>
              <a:gd name="connsiteY54" fmla="*/ 377633 h 955271"/>
              <a:gd name="connsiteX55" fmla="*/ 2777227 w 5741575"/>
              <a:gd name="connsiteY55" fmla="*/ 368972 h 955271"/>
              <a:gd name="connsiteX56" fmla="*/ 2779510 w 5741575"/>
              <a:gd name="connsiteY56" fmla="*/ 361652 h 955271"/>
              <a:gd name="connsiteX57" fmla="*/ 2786278 w 5741575"/>
              <a:gd name="connsiteY57" fmla="*/ 359869 h 955271"/>
              <a:gd name="connsiteX58" fmla="*/ 2792101 w 5741575"/>
              <a:gd name="connsiteY58" fmla="*/ 365927 h 955271"/>
              <a:gd name="connsiteX59" fmla="*/ 2885545 w 5741575"/>
              <a:gd name="connsiteY59" fmla="*/ 372818 h 955271"/>
              <a:gd name="connsiteX60" fmla="*/ 3009558 w 5741575"/>
              <a:gd name="connsiteY60" fmla="*/ 370573 h 955271"/>
              <a:gd name="connsiteX61" fmla="*/ 3095010 w 5741575"/>
              <a:gd name="connsiteY61" fmla="*/ 332454 h 955271"/>
              <a:gd name="connsiteX62" fmla="*/ 3103742 w 5741575"/>
              <a:gd name="connsiteY62" fmla="*/ 337974 h 955271"/>
              <a:gd name="connsiteX63" fmla="*/ 3165093 w 5741575"/>
              <a:gd name="connsiteY63" fmla="*/ 329459 h 955271"/>
              <a:gd name="connsiteX64" fmla="*/ 3373785 w 5741575"/>
              <a:gd name="connsiteY64" fmla="*/ 255680 h 955271"/>
              <a:gd name="connsiteX65" fmla="*/ 3493851 w 5741575"/>
              <a:gd name="connsiteY65" fmla="*/ 240255 h 955271"/>
              <a:gd name="connsiteX66" fmla="*/ 3537470 w 5741575"/>
              <a:gd name="connsiteY66" fmla="*/ 241867 h 955271"/>
              <a:gd name="connsiteX67" fmla="*/ 3610489 w 5741575"/>
              <a:gd name="connsiteY67" fmla="*/ 244128 h 955271"/>
              <a:gd name="connsiteX68" fmla="*/ 3667539 w 5741575"/>
              <a:gd name="connsiteY68" fmla="*/ 263271 h 955271"/>
              <a:gd name="connsiteX69" fmla="*/ 3727614 w 5741575"/>
              <a:gd name="connsiteY69" fmla="*/ 258245 h 955271"/>
              <a:gd name="connsiteX70" fmla="*/ 3738369 w 5741575"/>
              <a:gd name="connsiteY70" fmla="*/ 234506 h 955271"/>
              <a:gd name="connsiteX71" fmla="*/ 3803670 w 5741575"/>
              <a:gd name="connsiteY71" fmla="*/ 236457 h 955271"/>
              <a:gd name="connsiteX72" fmla="*/ 3903080 w 5741575"/>
              <a:gd name="connsiteY72" fmla="*/ 241890 h 955271"/>
              <a:gd name="connsiteX73" fmla="*/ 4114838 w 5741575"/>
              <a:gd name="connsiteY73" fmla="*/ 238165 h 955271"/>
              <a:gd name="connsiteX74" fmla="*/ 4271023 w 5741575"/>
              <a:gd name="connsiteY74" fmla="*/ 241959 h 955271"/>
              <a:gd name="connsiteX75" fmla="*/ 4367397 w 5741575"/>
              <a:gd name="connsiteY75" fmla="*/ 271442 h 955271"/>
              <a:gd name="connsiteX76" fmla="*/ 4495366 w 5741575"/>
              <a:gd name="connsiteY76" fmla="*/ 271618 h 955271"/>
              <a:gd name="connsiteX77" fmla="*/ 4517347 w 5741575"/>
              <a:gd name="connsiteY77" fmla="*/ 275639 h 955271"/>
              <a:gd name="connsiteX78" fmla="*/ 4546116 w 5741575"/>
              <a:gd name="connsiteY78" fmla="*/ 268568 h 955271"/>
              <a:gd name="connsiteX79" fmla="*/ 4661259 w 5741575"/>
              <a:gd name="connsiteY79" fmla="*/ 238966 h 955271"/>
              <a:gd name="connsiteX80" fmla="*/ 4750403 w 5741575"/>
              <a:gd name="connsiteY80" fmla="*/ 204364 h 955271"/>
              <a:gd name="connsiteX81" fmla="*/ 4867614 w 5741575"/>
              <a:gd name="connsiteY81" fmla="*/ 208668 h 955271"/>
              <a:gd name="connsiteX82" fmla="*/ 4937036 w 5741575"/>
              <a:gd name="connsiteY82" fmla="*/ 195446 h 955271"/>
              <a:gd name="connsiteX83" fmla="*/ 5047626 w 5741575"/>
              <a:gd name="connsiteY83" fmla="*/ 149604 h 955271"/>
              <a:gd name="connsiteX84" fmla="*/ 5200247 w 5741575"/>
              <a:gd name="connsiteY84" fmla="*/ 142695 h 955271"/>
              <a:gd name="connsiteX85" fmla="*/ 5235691 w 5741575"/>
              <a:gd name="connsiteY85" fmla="*/ 173330 h 955271"/>
              <a:gd name="connsiteX86" fmla="*/ 5280133 w 5741575"/>
              <a:gd name="connsiteY86" fmla="*/ 189342 h 955271"/>
              <a:gd name="connsiteX87" fmla="*/ 5291963 w 5741575"/>
              <a:gd name="connsiteY87" fmla="*/ 139446 h 955271"/>
              <a:gd name="connsiteX88" fmla="*/ 5418472 w 5741575"/>
              <a:gd name="connsiteY88" fmla="*/ 89163 h 955271"/>
              <a:gd name="connsiteX89" fmla="*/ 5482354 w 5741575"/>
              <a:gd name="connsiteY89" fmla="*/ 69470 h 955271"/>
              <a:gd name="connsiteX90" fmla="*/ 5583280 w 5741575"/>
              <a:gd name="connsiteY90" fmla="*/ 49787 h 955271"/>
              <a:gd name="connsiteX91" fmla="*/ 5613766 w 5741575"/>
              <a:gd name="connsiteY91" fmla="*/ 41855 h 955271"/>
              <a:gd name="connsiteX92" fmla="*/ 5684952 w 5741575"/>
              <a:gd name="connsiteY92" fmla="*/ 26088 h 955271"/>
              <a:gd name="connsiteX93" fmla="*/ 5741575 w 5741575"/>
              <a:gd name="connsiteY93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787156 w 5741575"/>
              <a:gd name="connsiteY22" fmla="*/ 838447 h 955271"/>
              <a:gd name="connsiteX23" fmla="*/ 898586 w 5741575"/>
              <a:gd name="connsiteY23" fmla="*/ 808502 h 955271"/>
              <a:gd name="connsiteX24" fmla="*/ 924063 w 5741575"/>
              <a:gd name="connsiteY24" fmla="*/ 770210 h 955271"/>
              <a:gd name="connsiteX25" fmla="*/ 1212574 w 5741575"/>
              <a:gd name="connsiteY25" fmla="*/ 724238 h 955271"/>
              <a:gd name="connsiteX26" fmla="*/ 1280768 w 5741575"/>
              <a:gd name="connsiteY26" fmla="*/ 699122 h 955271"/>
              <a:gd name="connsiteX27" fmla="*/ 1352027 w 5741575"/>
              <a:gd name="connsiteY27" fmla="*/ 704323 h 955271"/>
              <a:gd name="connsiteX28" fmla="*/ 1374314 w 5741575"/>
              <a:gd name="connsiteY28" fmla="*/ 688815 h 955271"/>
              <a:gd name="connsiteX29" fmla="*/ 1378034 w 5741575"/>
              <a:gd name="connsiteY29" fmla="*/ 685842 h 955271"/>
              <a:gd name="connsiteX30" fmla="*/ 1395604 w 5741575"/>
              <a:gd name="connsiteY30" fmla="*/ 680460 h 955271"/>
              <a:gd name="connsiteX31" fmla="*/ 1397206 w 5741575"/>
              <a:gd name="connsiteY31" fmla="*/ 670793 h 955271"/>
              <a:gd name="connsiteX32" fmla="*/ 1421250 w 5741575"/>
              <a:gd name="connsiteY32" fmla="*/ 656855 h 955271"/>
              <a:gd name="connsiteX33" fmla="*/ 1454524 w 5741575"/>
              <a:gd name="connsiteY33" fmla="*/ 649224 h 955271"/>
              <a:gd name="connsiteX34" fmla="*/ 1616217 w 5741575"/>
              <a:gd name="connsiteY34" fmla="*/ 622107 h 955271"/>
              <a:gd name="connsiteX35" fmla="*/ 1710928 w 5741575"/>
              <a:gd name="connsiteY35" fmla="*/ 600666 h 955271"/>
              <a:gd name="connsiteX36" fmla="*/ 1743718 w 5741575"/>
              <a:gd name="connsiteY36" fmla="*/ 584327 h 955271"/>
              <a:gd name="connsiteX37" fmla="*/ 1873778 w 5741575"/>
              <a:gd name="connsiteY37" fmla="*/ 530130 h 955271"/>
              <a:gd name="connsiteX38" fmla="*/ 1988411 w 5741575"/>
              <a:gd name="connsiteY38" fmla="*/ 491599 h 955271"/>
              <a:gd name="connsiteX39" fmla="*/ 2085507 w 5741575"/>
              <a:gd name="connsiteY39" fmla="*/ 498527 h 955271"/>
              <a:gd name="connsiteX40" fmla="*/ 2090767 w 5741575"/>
              <a:gd name="connsiteY40" fmla="*/ 490616 h 955271"/>
              <a:gd name="connsiteX41" fmla="*/ 2151143 w 5741575"/>
              <a:gd name="connsiteY41" fmla="*/ 478332 h 955271"/>
              <a:gd name="connsiteX42" fmla="*/ 2378710 w 5741575"/>
              <a:gd name="connsiteY42" fmla="*/ 477570 h 955271"/>
              <a:gd name="connsiteX43" fmla="*/ 2496256 w 5741575"/>
              <a:gd name="connsiteY43" fmla="*/ 452396 h 955271"/>
              <a:gd name="connsiteX44" fmla="*/ 2535387 w 5741575"/>
              <a:gd name="connsiteY44" fmla="*/ 436645 h 955271"/>
              <a:gd name="connsiteX45" fmla="*/ 2601109 w 5741575"/>
              <a:gd name="connsiteY45" fmla="*/ 410678 h 955271"/>
              <a:gd name="connsiteX46" fmla="*/ 2643855 w 5741575"/>
              <a:gd name="connsiteY46" fmla="*/ 374482 h 955271"/>
              <a:gd name="connsiteX47" fmla="*/ 2657726 w 5741575"/>
              <a:gd name="connsiteY47" fmla="*/ 365841 h 955271"/>
              <a:gd name="connsiteX48" fmla="*/ 2687125 w 5741575"/>
              <a:gd name="connsiteY48" fmla="*/ 366820 h 955271"/>
              <a:gd name="connsiteX49" fmla="*/ 2697479 w 5741575"/>
              <a:gd name="connsiteY49" fmla="*/ 361430 h 955271"/>
              <a:gd name="connsiteX50" fmla="*/ 2701547 w 5741575"/>
              <a:gd name="connsiteY50" fmla="*/ 361545 h 955271"/>
              <a:gd name="connsiteX51" fmla="*/ 2711054 w 5741575"/>
              <a:gd name="connsiteY51" fmla="*/ 360597 h 955271"/>
              <a:gd name="connsiteX52" fmla="*/ 2710438 w 5741575"/>
              <a:gd name="connsiteY52" fmla="*/ 366958 h 955271"/>
              <a:gd name="connsiteX53" fmla="*/ 2722936 w 5741575"/>
              <a:gd name="connsiteY53" fmla="*/ 377633 h 955271"/>
              <a:gd name="connsiteX54" fmla="*/ 2777227 w 5741575"/>
              <a:gd name="connsiteY54" fmla="*/ 368972 h 955271"/>
              <a:gd name="connsiteX55" fmla="*/ 2779510 w 5741575"/>
              <a:gd name="connsiteY55" fmla="*/ 361652 h 955271"/>
              <a:gd name="connsiteX56" fmla="*/ 2786278 w 5741575"/>
              <a:gd name="connsiteY56" fmla="*/ 359869 h 955271"/>
              <a:gd name="connsiteX57" fmla="*/ 2792101 w 5741575"/>
              <a:gd name="connsiteY57" fmla="*/ 365927 h 955271"/>
              <a:gd name="connsiteX58" fmla="*/ 2885545 w 5741575"/>
              <a:gd name="connsiteY58" fmla="*/ 372818 h 955271"/>
              <a:gd name="connsiteX59" fmla="*/ 3009558 w 5741575"/>
              <a:gd name="connsiteY59" fmla="*/ 370573 h 955271"/>
              <a:gd name="connsiteX60" fmla="*/ 3095010 w 5741575"/>
              <a:gd name="connsiteY60" fmla="*/ 332454 h 955271"/>
              <a:gd name="connsiteX61" fmla="*/ 3103742 w 5741575"/>
              <a:gd name="connsiteY61" fmla="*/ 337974 h 955271"/>
              <a:gd name="connsiteX62" fmla="*/ 3165093 w 5741575"/>
              <a:gd name="connsiteY62" fmla="*/ 329459 h 955271"/>
              <a:gd name="connsiteX63" fmla="*/ 3373785 w 5741575"/>
              <a:gd name="connsiteY63" fmla="*/ 255680 h 955271"/>
              <a:gd name="connsiteX64" fmla="*/ 3493851 w 5741575"/>
              <a:gd name="connsiteY64" fmla="*/ 240255 h 955271"/>
              <a:gd name="connsiteX65" fmla="*/ 3537470 w 5741575"/>
              <a:gd name="connsiteY65" fmla="*/ 241867 h 955271"/>
              <a:gd name="connsiteX66" fmla="*/ 3610489 w 5741575"/>
              <a:gd name="connsiteY66" fmla="*/ 244128 h 955271"/>
              <a:gd name="connsiteX67" fmla="*/ 3667539 w 5741575"/>
              <a:gd name="connsiteY67" fmla="*/ 263271 h 955271"/>
              <a:gd name="connsiteX68" fmla="*/ 3727614 w 5741575"/>
              <a:gd name="connsiteY68" fmla="*/ 258245 h 955271"/>
              <a:gd name="connsiteX69" fmla="*/ 3738369 w 5741575"/>
              <a:gd name="connsiteY69" fmla="*/ 234506 h 955271"/>
              <a:gd name="connsiteX70" fmla="*/ 3803670 w 5741575"/>
              <a:gd name="connsiteY70" fmla="*/ 236457 h 955271"/>
              <a:gd name="connsiteX71" fmla="*/ 3903080 w 5741575"/>
              <a:gd name="connsiteY71" fmla="*/ 241890 h 955271"/>
              <a:gd name="connsiteX72" fmla="*/ 4114838 w 5741575"/>
              <a:gd name="connsiteY72" fmla="*/ 238165 h 955271"/>
              <a:gd name="connsiteX73" fmla="*/ 4271023 w 5741575"/>
              <a:gd name="connsiteY73" fmla="*/ 241959 h 955271"/>
              <a:gd name="connsiteX74" fmla="*/ 4367397 w 5741575"/>
              <a:gd name="connsiteY74" fmla="*/ 271442 h 955271"/>
              <a:gd name="connsiteX75" fmla="*/ 4495366 w 5741575"/>
              <a:gd name="connsiteY75" fmla="*/ 271618 h 955271"/>
              <a:gd name="connsiteX76" fmla="*/ 4517347 w 5741575"/>
              <a:gd name="connsiteY76" fmla="*/ 275639 h 955271"/>
              <a:gd name="connsiteX77" fmla="*/ 4546116 w 5741575"/>
              <a:gd name="connsiteY77" fmla="*/ 268568 h 955271"/>
              <a:gd name="connsiteX78" fmla="*/ 4661259 w 5741575"/>
              <a:gd name="connsiteY78" fmla="*/ 238966 h 955271"/>
              <a:gd name="connsiteX79" fmla="*/ 4750403 w 5741575"/>
              <a:gd name="connsiteY79" fmla="*/ 204364 h 955271"/>
              <a:gd name="connsiteX80" fmla="*/ 4867614 w 5741575"/>
              <a:gd name="connsiteY80" fmla="*/ 208668 h 955271"/>
              <a:gd name="connsiteX81" fmla="*/ 4937036 w 5741575"/>
              <a:gd name="connsiteY81" fmla="*/ 195446 h 955271"/>
              <a:gd name="connsiteX82" fmla="*/ 5047626 w 5741575"/>
              <a:gd name="connsiteY82" fmla="*/ 149604 h 955271"/>
              <a:gd name="connsiteX83" fmla="*/ 5200247 w 5741575"/>
              <a:gd name="connsiteY83" fmla="*/ 142695 h 955271"/>
              <a:gd name="connsiteX84" fmla="*/ 5235691 w 5741575"/>
              <a:gd name="connsiteY84" fmla="*/ 173330 h 955271"/>
              <a:gd name="connsiteX85" fmla="*/ 5280133 w 5741575"/>
              <a:gd name="connsiteY85" fmla="*/ 189342 h 955271"/>
              <a:gd name="connsiteX86" fmla="*/ 5291963 w 5741575"/>
              <a:gd name="connsiteY86" fmla="*/ 139446 h 955271"/>
              <a:gd name="connsiteX87" fmla="*/ 5418472 w 5741575"/>
              <a:gd name="connsiteY87" fmla="*/ 89163 h 955271"/>
              <a:gd name="connsiteX88" fmla="*/ 5482354 w 5741575"/>
              <a:gd name="connsiteY88" fmla="*/ 69470 h 955271"/>
              <a:gd name="connsiteX89" fmla="*/ 5583280 w 5741575"/>
              <a:gd name="connsiteY89" fmla="*/ 49787 h 955271"/>
              <a:gd name="connsiteX90" fmla="*/ 5613766 w 5741575"/>
              <a:gd name="connsiteY90" fmla="*/ 41855 h 955271"/>
              <a:gd name="connsiteX91" fmla="*/ 5684952 w 5741575"/>
              <a:gd name="connsiteY91" fmla="*/ 26088 h 955271"/>
              <a:gd name="connsiteX92" fmla="*/ 5741575 w 5741575"/>
              <a:gd name="connsiteY9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898586 w 5741575"/>
              <a:gd name="connsiteY23" fmla="*/ 808502 h 955271"/>
              <a:gd name="connsiteX24" fmla="*/ 924063 w 5741575"/>
              <a:gd name="connsiteY24" fmla="*/ 770210 h 955271"/>
              <a:gd name="connsiteX25" fmla="*/ 1212574 w 5741575"/>
              <a:gd name="connsiteY25" fmla="*/ 724238 h 955271"/>
              <a:gd name="connsiteX26" fmla="*/ 1280768 w 5741575"/>
              <a:gd name="connsiteY26" fmla="*/ 699122 h 955271"/>
              <a:gd name="connsiteX27" fmla="*/ 1352027 w 5741575"/>
              <a:gd name="connsiteY27" fmla="*/ 704323 h 955271"/>
              <a:gd name="connsiteX28" fmla="*/ 1374314 w 5741575"/>
              <a:gd name="connsiteY28" fmla="*/ 688815 h 955271"/>
              <a:gd name="connsiteX29" fmla="*/ 1378034 w 5741575"/>
              <a:gd name="connsiteY29" fmla="*/ 685842 h 955271"/>
              <a:gd name="connsiteX30" fmla="*/ 1395604 w 5741575"/>
              <a:gd name="connsiteY30" fmla="*/ 680460 h 955271"/>
              <a:gd name="connsiteX31" fmla="*/ 1397206 w 5741575"/>
              <a:gd name="connsiteY31" fmla="*/ 670793 h 955271"/>
              <a:gd name="connsiteX32" fmla="*/ 1421250 w 5741575"/>
              <a:gd name="connsiteY32" fmla="*/ 656855 h 955271"/>
              <a:gd name="connsiteX33" fmla="*/ 1454524 w 5741575"/>
              <a:gd name="connsiteY33" fmla="*/ 649224 h 955271"/>
              <a:gd name="connsiteX34" fmla="*/ 1616217 w 5741575"/>
              <a:gd name="connsiteY34" fmla="*/ 622107 h 955271"/>
              <a:gd name="connsiteX35" fmla="*/ 1710928 w 5741575"/>
              <a:gd name="connsiteY35" fmla="*/ 600666 h 955271"/>
              <a:gd name="connsiteX36" fmla="*/ 1743718 w 5741575"/>
              <a:gd name="connsiteY36" fmla="*/ 584327 h 955271"/>
              <a:gd name="connsiteX37" fmla="*/ 1873778 w 5741575"/>
              <a:gd name="connsiteY37" fmla="*/ 530130 h 955271"/>
              <a:gd name="connsiteX38" fmla="*/ 1988411 w 5741575"/>
              <a:gd name="connsiteY38" fmla="*/ 491599 h 955271"/>
              <a:gd name="connsiteX39" fmla="*/ 2085507 w 5741575"/>
              <a:gd name="connsiteY39" fmla="*/ 498527 h 955271"/>
              <a:gd name="connsiteX40" fmla="*/ 2090767 w 5741575"/>
              <a:gd name="connsiteY40" fmla="*/ 490616 h 955271"/>
              <a:gd name="connsiteX41" fmla="*/ 2151143 w 5741575"/>
              <a:gd name="connsiteY41" fmla="*/ 478332 h 955271"/>
              <a:gd name="connsiteX42" fmla="*/ 2378710 w 5741575"/>
              <a:gd name="connsiteY42" fmla="*/ 477570 h 955271"/>
              <a:gd name="connsiteX43" fmla="*/ 2496256 w 5741575"/>
              <a:gd name="connsiteY43" fmla="*/ 452396 h 955271"/>
              <a:gd name="connsiteX44" fmla="*/ 2535387 w 5741575"/>
              <a:gd name="connsiteY44" fmla="*/ 436645 h 955271"/>
              <a:gd name="connsiteX45" fmla="*/ 2601109 w 5741575"/>
              <a:gd name="connsiteY45" fmla="*/ 410678 h 955271"/>
              <a:gd name="connsiteX46" fmla="*/ 2643855 w 5741575"/>
              <a:gd name="connsiteY46" fmla="*/ 374482 h 955271"/>
              <a:gd name="connsiteX47" fmla="*/ 2657726 w 5741575"/>
              <a:gd name="connsiteY47" fmla="*/ 365841 h 955271"/>
              <a:gd name="connsiteX48" fmla="*/ 2687125 w 5741575"/>
              <a:gd name="connsiteY48" fmla="*/ 366820 h 955271"/>
              <a:gd name="connsiteX49" fmla="*/ 2697479 w 5741575"/>
              <a:gd name="connsiteY49" fmla="*/ 361430 h 955271"/>
              <a:gd name="connsiteX50" fmla="*/ 2701547 w 5741575"/>
              <a:gd name="connsiteY50" fmla="*/ 361545 h 955271"/>
              <a:gd name="connsiteX51" fmla="*/ 2711054 w 5741575"/>
              <a:gd name="connsiteY51" fmla="*/ 360597 h 955271"/>
              <a:gd name="connsiteX52" fmla="*/ 2710438 w 5741575"/>
              <a:gd name="connsiteY52" fmla="*/ 366958 h 955271"/>
              <a:gd name="connsiteX53" fmla="*/ 2722936 w 5741575"/>
              <a:gd name="connsiteY53" fmla="*/ 377633 h 955271"/>
              <a:gd name="connsiteX54" fmla="*/ 2777227 w 5741575"/>
              <a:gd name="connsiteY54" fmla="*/ 368972 h 955271"/>
              <a:gd name="connsiteX55" fmla="*/ 2779510 w 5741575"/>
              <a:gd name="connsiteY55" fmla="*/ 361652 h 955271"/>
              <a:gd name="connsiteX56" fmla="*/ 2786278 w 5741575"/>
              <a:gd name="connsiteY56" fmla="*/ 359869 h 955271"/>
              <a:gd name="connsiteX57" fmla="*/ 2792101 w 5741575"/>
              <a:gd name="connsiteY57" fmla="*/ 365927 h 955271"/>
              <a:gd name="connsiteX58" fmla="*/ 2885545 w 5741575"/>
              <a:gd name="connsiteY58" fmla="*/ 372818 h 955271"/>
              <a:gd name="connsiteX59" fmla="*/ 3009558 w 5741575"/>
              <a:gd name="connsiteY59" fmla="*/ 370573 h 955271"/>
              <a:gd name="connsiteX60" fmla="*/ 3095010 w 5741575"/>
              <a:gd name="connsiteY60" fmla="*/ 332454 h 955271"/>
              <a:gd name="connsiteX61" fmla="*/ 3103742 w 5741575"/>
              <a:gd name="connsiteY61" fmla="*/ 337974 h 955271"/>
              <a:gd name="connsiteX62" fmla="*/ 3165093 w 5741575"/>
              <a:gd name="connsiteY62" fmla="*/ 329459 h 955271"/>
              <a:gd name="connsiteX63" fmla="*/ 3373785 w 5741575"/>
              <a:gd name="connsiteY63" fmla="*/ 255680 h 955271"/>
              <a:gd name="connsiteX64" fmla="*/ 3493851 w 5741575"/>
              <a:gd name="connsiteY64" fmla="*/ 240255 h 955271"/>
              <a:gd name="connsiteX65" fmla="*/ 3537470 w 5741575"/>
              <a:gd name="connsiteY65" fmla="*/ 241867 h 955271"/>
              <a:gd name="connsiteX66" fmla="*/ 3610489 w 5741575"/>
              <a:gd name="connsiteY66" fmla="*/ 244128 h 955271"/>
              <a:gd name="connsiteX67" fmla="*/ 3667539 w 5741575"/>
              <a:gd name="connsiteY67" fmla="*/ 263271 h 955271"/>
              <a:gd name="connsiteX68" fmla="*/ 3727614 w 5741575"/>
              <a:gd name="connsiteY68" fmla="*/ 258245 h 955271"/>
              <a:gd name="connsiteX69" fmla="*/ 3738369 w 5741575"/>
              <a:gd name="connsiteY69" fmla="*/ 234506 h 955271"/>
              <a:gd name="connsiteX70" fmla="*/ 3803670 w 5741575"/>
              <a:gd name="connsiteY70" fmla="*/ 236457 h 955271"/>
              <a:gd name="connsiteX71" fmla="*/ 3903080 w 5741575"/>
              <a:gd name="connsiteY71" fmla="*/ 241890 h 955271"/>
              <a:gd name="connsiteX72" fmla="*/ 4114838 w 5741575"/>
              <a:gd name="connsiteY72" fmla="*/ 238165 h 955271"/>
              <a:gd name="connsiteX73" fmla="*/ 4271023 w 5741575"/>
              <a:gd name="connsiteY73" fmla="*/ 241959 h 955271"/>
              <a:gd name="connsiteX74" fmla="*/ 4367397 w 5741575"/>
              <a:gd name="connsiteY74" fmla="*/ 271442 h 955271"/>
              <a:gd name="connsiteX75" fmla="*/ 4495366 w 5741575"/>
              <a:gd name="connsiteY75" fmla="*/ 271618 h 955271"/>
              <a:gd name="connsiteX76" fmla="*/ 4517347 w 5741575"/>
              <a:gd name="connsiteY76" fmla="*/ 275639 h 955271"/>
              <a:gd name="connsiteX77" fmla="*/ 4546116 w 5741575"/>
              <a:gd name="connsiteY77" fmla="*/ 268568 h 955271"/>
              <a:gd name="connsiteX78" fmla="*/ 4661259 w 5741575"/>
              <a:gd name="connsiteY78" fmla="*/ 238966 h 955271"/>
              <a:gd name="connsiteX79" fmla="*/ 4750403 w 5741575"/>
              <a:gd name="connsiteY79" fmla="*/ 204364 h 955271"/>
              <a:gd name="connsiteX80" fmla="*/ 4867614 w 5741575"/>
              <a:gd name="connsiteY80" fmla="*/ 208668 h 955271"/>
              <a:gd name="connsiteX81" fmla="*/ 4937036 w 5741575"/>
              <a:gd name="connsiteY81" fmla="*/ 195446 h 955271"/>
              <a:gd name="connsiteX82" fmla="*/ 5047626 w 5741575"/>
              <a:gd name="connsiteY82" fmla="*/ 149604 h 955271"/>
              <a:gd name="connsiteX83" fmla="*/ 5200247 w 5741575"/>
              <a:gd name="connsiteY83" fmla="*/ 142695 h 955271"/>
              <a:gd name="connsiteX84" fmla="*/ 5235691 w 5741575"/>
              <a:gd name="connsiteY84" fmla="*/ 173330 h 955271"/>
              <a:gd name="connsiteX85" fmla="*/ 5280133 w 5741575"/>
              <a:gd name="connsiteY85" fmla="*/ 189342 h 955271"/>
              <a:gd name="connsiteX86" fmla="*/ 5291963 w 5741575"/>
              <a:gd name="connsiteY86" fmla="*/ 139446 h 955271"/>
              <a:gd name="connsiteX87" fmla="*/ 5418472 w 5741575"/>
              <a:gd name="connsiteY87" fmla="*/ 89163 h 955271"/>
              <a:gd name="connsiteX88" fmla="*/ 5482354 w 5741575"/>
              <a:gd name="connsiteY88" fmla="*/ 69470 h 955271"/>
              <a:gd name="connsiteX89" fmla="*/ 5583280 w 5741575"/>
              <a:gd name="connsiteY89" fmla="*/ 49787 h 955271"/>
              <a:gd name="connsiteX90" fmla="*/ 5613766 w 5741575"/>
              <a:gd name="connsiteY90" fmla="*/ 41855 h 955271"/>
              <a:gd name="connsiteX91" fmla="*/ 5684952 w 5741575"/>
              <a:gd name="connsiteY91" fmla="*/ 26088 h 955271"/>
              <a:gd name="connsiteX92" fmla="*/ 5741575 w 5741575"/>
              <a:gd name="connsiteY9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898586 w 5741575"/>
              <a:gd name="connsiteY23" fmla="*/ 808502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477637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84157 w 5741575"/>
              <a:gd name="connsiteY19" fmla="*/ 867971 h 955271"/>
              <a:gd name="connsiteX20" fmla="*/ 477637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306299 w 5741575"/>
              <a:gd name="connsiteY16" fmla="*/ 873609 h 955271"/>
              <a:gd name="connsiteX17" fmla="*/ 331571 w 5741575"/>
              <a:gd name="connsiteY17" fmla="*/ 869866 h 955271"/>
              <a:gd name="connsiteX18" fmla="*/ 384157 w 5741575"/>
              <a:gd name="connsiteY18" fmla="*/ 867971 h 955271"/>
              <a:gd name="connsiteX19" fmla="*/ 477637 w 5741575"/>
              <a:gd name="connsiteY19" fmla="*/ 870334 h 955271"/>
              <a:gd name="connsiteX20" fmla="*/ 570239 w 5741575"/>
              <a:gd name="connsiteY20" fmla="*/ 829596 h 955271"/>
              <a:gd name="connsiteX21" fmla="*/ 787156 w 5741575"/>
              <a:gd name="connsiteY21" fmla="*/ 838447 h 955271"/>
              <a:gd name="connsiteX22" fmla="*/ 948872 w 5741575"/>
              <a:gd name="connsiteY22" fmla="*/ 772201 h 955271"/>
              <a:gd name="connsiteX23" fmla="*/ 1127089 w 5741575"/>
              <a:gd name="connsiteY23" fmla="*/ 746926 h 955271"/>
              <a:gd name="connsiteX24" fmla="*/ 1220426 w 5741575"/>
              <a:gd name="connsiteY24" fmla="*/ 721810 h 955271"/>
              <a:gd name="connsiteX25" fmla="*/ 1306771 w 5741575"/>
              <a:gd name="connsiteY25" fmla="*/ 717936 h 955271"/>
              <a:gd name="connsiteX26" fmla="*/ 1374314 w 5741575"/>
              <a:gd name="connsiteY26" fmla="*/ 688815 h 955271"/>
              <a:gd name="connsiteX27" fmla="*/ 1378034 w 5741575"/>
              <a:gd name="connsiteY27" fmla="*/ 685842 h 955271"/>
              <a:gd name="connsiteX28" fmla="*/ 1395604 w 5741575"/>
              <a:gd name="connsiteY28" fmla="*/ 680460 h 955271"/>
              <a:gd name="connsiteX29" fmla="*/ 1397206 w 5741575"/>
              <a:gd name="connsiteY29" fmla="*/ 670793 h 955271"/>
              <a:gd name="connsiteX30" fmla="*/ 1421250 w 5741575"/>
              <a:gd name="connsiteY30" fmla="*/ 656855 h 955271"/>
              <a:gd name="connsiteX31" fmla="*/ 1454524 w 5741575"/>
              <a:gd name="connsiteY31" fmla="*/ 649224 h 955271"/>
              <a:gd name="connsiteX32" fmla="*/ 1616217 w 5741575"/>
              <a:gd name="connsiteY32" fmla="*/ 622107 h 955271"/>
              <a:gd name="connsiteX33" fmla="*/ 1710928 w 5741575"/>
              <a:gd name="connsiteY33" fmla="*/ 600666 h 955271"/>
              <a:gd name="connsiteX34" fmla="*/ 1743718 w 5741575"/>
              <a:gd name="connsiteY34" fmla="*/ 584327 h 955271"/>
              <a:gd name="connsiteX35" fmla="*/ 1873778 w 5741575"/>
              <a:gd name="connsiteY35" fmla="*/ 530130 h 955271"/>
              <a:gd name="connsiteX36" fmla="*/ 1988411 w 5741575"/>
              <a:gd name="connsiteY36" fmla="*/ 491599 h 955271"/>
              <a:gd name="connsiteX37" fmla="*/ 2085507 w 5741575"/>
              <a:gd name="connsiteY37" fmla="*/ 498527 h 955271"/>
              <a:gd name="connsiteX38" fmla="*/ 2090767 w 5741575"/>
              <a:gd name="connsiteY38" fmla="*/ 490616 h 955271"/>
              <a:gd name="connsiteX39" fmla="*/ 2151143 w 5741575"/>
              <a:gd name="connsiteY39" fmla="*/ 478332 h 955271"/>
              <a:gd name="connsiteX40" fmla="*/ 2378710 w 5741575"/>
              <a:gd name="connsiteY40" fmla="*/ 477570 h 955271"/>
              <a:gd name="connsiteX41" fmla="*/ 2496256 w 5741575"/>
              <a:gd name="connsiteY41" fmla="*/ 452396 h 955271"/>
              <a:gd name="connsiteX42" fmla="*/ 2535387 w 5741575"/>
              <a:gd name="connsiteY42" fmla="*/ 436645 h 955271"/>
              <a:gd name="connsiteX43" fmla="*/ 2601109 w 5741575"/>
              <a:gd name="connsiteY43" fmla="*/ 410678 h 955271"/>
              <a:gd name="connsiteX44" fmla="*/ 2643855 w 5741575"/>
              <a:gd name="connsiteY44" fmla="*/ 374482 h 955271"/>
              <a:gd name="connsiteX45" fmla="*/ 2657726 w 5741575"/>
              <a:gd name="connsiteY45" fmla="*/ 365841 h 955271"/>
              <a:gd name="connsiteX46" fmla="*/ 2687125 w 5741575"/>
              <a:gd name="connsiteY46" fmla="*/ 366820 h 955271"/>
              <a:gd name="connsiteX47" fmla="*/ 2697479 w 5741575"/>
              <a:gd name="connsiteY47" fmla="*/ 361430 h 955271"/>
              <a:gd name="connsiteX48" fmla="*/ 2701547 w 5741575"/>
              <a:gd name="connsiteY48" fmla="*/ 361545 h 955271"/>
              <a:gd name="connsiteX49" fmla="*/ 2711054 w 5741575"/>
              <a:gd name="connsiteY49" fmla="*/ 360597 h 955271"/>
              <a:gd name="connsiteX50" fmla="*/ 2710438 w 5741575"/>
              <a:gd name="connsiteY50" fmla="*/ 366958 h 955271"/>
              <a:gd name="connsiteX51" fmla="*/ 2722936 w 5741575"/>
              <a:gd name="connsiteY51" fmla="*/ 377633 h 955271"/>
              <a:gd name="connsiteX52" fmla="*/ 2777227 w 5741575"/>
              <a:gd name="connsiteY52" fmla="*/ 368972 h 955271"/>
              <a:gd name="connsiteX53" fmla="*/ 2779510 w 5741575"/>
              <a:gd name="connsiteY53" fmla="*/ 361652 h 955271"/>
              <a:gd name="connsiteX54" fmla="*/ 2786278 w 5741575"/>
              <a:gd name="connsiteY54" fmla="*/ 359869 h 955271"/>
              <a:gd name="connsiteX55" fmla="*/ 2792101 w 5741575"/>
              <a:gd name="connsiteY55" fmla="*/ 365927 h 955271"/>
              <a:gd name="connsiteX56" fmla="*/ 2885545 w 5741575"/>
              <a:gd name="connsiteY56" fmla="*/ 372818 h 955271"/>
              <a:gd name="connsiteX57" fmla="*/ 3009558 w 5741575"/>
              <a:gd name="connsiteY57" fmla="*/ 370573 h 955271"/>
              <a:gd name="connsiteX58" fmla="*/ 3095010 w 5741575"/>
              <a:gd name="connsiteY58" fmla="*/ 332454 h 955271"/>
              <a:gd name="connsiteX59" fmla="*/ 3103742 w 5741575"/>
              <a:gd name="connsiteY59" fmla="*/ 337974 h 955271"/>
              <a:gd name="connsiteX60" fmla="*/ 3165093 w 5741575"/>
              <a:gd name="connsiteY60" fmla="*/ 329459 h 955271"/>
              <a:gd name="connsiteX61" fmla="*/ 3373785 w 5741575"/>
              <a:gd name="connsiteY61" fmla="*/ 255680 h 955271"/>
              <a:gd name="connsiteX62" fmla="*/ 3493851 w 5741575"/>
              <a:gd name="connsiteY62" fmla="*/ 240255 h 955271"/>
              <a:gd name="connsiteX63" fmla="*/ 3537470 w 5741575"/>
              <a:gd name="connsiteY63" fmla="*/ 241867 h 955271"/>
              <a:gd name="connsiteX64" fmla="*/ 3610489 w 5741575"/>
              <a:gd name="connsiteY64" fmla="*/ 244128 h 955271"/>
              <a:gd name="connsiteX65" fmla="*/ 3667539 w 5741575"/>
              <a:gd name="connsiteY65" fmla="*/ 263271 h 955271"/>
              <a:gd name="connsiteX66" fmla="*/ 3727614 w 5741575"/>
              <a:gd name="connsiteY66" fmla="*/ 258245 h 955271"/>
              <a:gd name="connsiteX67" fmla="*/ 3738369 w 5741575"/>
              <a:gd name="connsiteY67" fmla="*/ 234506 h 955271"/>
              <a:gd name="connsiteX68" fmla="*/ 3803670 w 5741575"/>
              <a:gd name="connsiteY68" fmla="*/ 236457 h 955271"/>
              <a:gd name="connsiteX69" fmla="*/ 3903080 w 5741575"/>
              <a:gd name="connsiteY69" fmla="*/ 241890 h 955271"/>
              <a:gd name="connsiteX70" fmla="*/ 4114838 w 5741575"/>
              <a:gd name="connsiteY70" fmla="*/ 238165 h 955271"/>
              <a:gd name="connsiteX71" fmla="*/ 4271023 w 5741575"/>
              <a:gd name="connsiteY71" fmla="*/ 241959 h 955271"/>
              <a:gd name="connsiteX72" fmla="*/ 4367397 w 5741575"/>
              <a:gd name="connsiteY72" fmla="*/ 271442 h 955271"/>
              <a:gd name="connsiteX73" fmla="*/ 4495366 w 5741575"/>
              <a:gd name="connsiteY73" fmla="*/ 271618 h 955271"/>
              <a:gd name="connsiteX74" fmla="*/ 4517347 w 5741575"/>
              <a:gd name="connsiteY74" fmla="*/ 275639 h 955271"/>
              <a:gd name="connsiteX75" fmla="*/ 4546116 w 5741575"/>
              <a:gd name="connsiteY75" fmla="*/ 268568 h 955271"/>
              <a:gd name="connsiteX76" fmla="*/ 4661259 w 5741575"/>
              <a:gd name="connsiteY76" fmla="*/ 238966 h 955271"/>
              <a:gd name="connsiteX77" fmla="*/ 4750403 w 5741575"/>
              <a:gd name="connsiteY77" fmla="*/ 204364 h 955271"/>
              <a:gd name="connsiteX78" fmla="*/ 4867614 w 5741575"/>
              <a:gd name="connsiteY78" fmla="*/ 208668 h 955271"/>
              <a:gd name="connsiteX79" fmla="*/ 4937036 w 5741575"/>
              <a:gd name="connsiteY79" fmla="*/ 195446 h 955271"/>
              <a:gd name="connsiteX80" fmla="*/ 5047626 w 5741575"/>
              <a:gd name="connsiteY80" fmla="*/ 149604 h 955271"/>
              <a:gd name="connsiteX81" fmla="*/ 5200247 w 5741575"/>
              <a:gd name="connsiteY81" fmla="*/ 142695 h 955271"/>
              <a:gd name="connsiteX82" fmla="*/ 5235691 w 5741575"/>
              <a:gd name="connsiteY82" fmla="*/ 173330 h 955271"/>
              <a:gd name="connsiteX83" fmla="*/ 5280133 w 5741575"/>
              <a:gd name="connsiteY83" fmla="*/ 189342 h 955271"/>
              <a:gd name="connsiteX84" fmla="*/ 5291963 w 5741575"/>
              <a:gd name="connsiteY84" fmla="*/ 139446 h 955271"/>
              <a:gd name="connsiteX85" fmla="*/ 5418472 w 5741575"/>
              <a:gd name="connsiteY85" fmla="*/ 89163 h 955271"/>
              <a:gd name="connsiteX86" fmla="*/ 5482354 w 5741575"/>
              <a:gd name="connsiteY86" fmla="*/ 69470 h 955271"/>
              <a:gd name="connsiteX87" fmla="*/ 5583280 w 5741575"/>
              <a:gd name="connsiteY87" fmla="*/ 49787 h 955271"/>
              <a:gd name="connsiteX88" fmla="*/ 5613766 w 5741575"/>
              <a:gd name="connsiteY88" fmla="*/ 41855 h 955271"/>
              <a:gd name="connsiteX89" fmla="*/ 5684952 w 5741575"/>
              <a:gd name="connsiteY89" fmla="*/ 26088 h 955271"/>
              <a:gd name="connsiteX90" fmla="*/ 5741575 w 5741575"/>
              <a:gd name="connsiteY90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306299 w 5741575"/>
              <a:gd name="connsiteY15" fmla="*/ 873609 h 955271"/>
              <a:gd name="connsiteX16" fmla="*/ 331571 w 5741575"/>
              <a:gd name="connsiteY16" fmla="*/ 869866 h 955271"/>
              <a:gd name="connsiteX17" fmla="*/ 384157 w 5741575"/>
              <a:gd name="connsiteY17" fmla="*/ 867971 h 955271"/>
              <a:gd name="connsiteX18" fmla="*/ 477637 w 5741575"/>
              <a:gd name="connsiteY18" fmla="*/ 870334 h 955271"/>
              <a:gd name="connsiteX19" fmla="*/ 570239 w 5741575"/>
              <a:gd name="connsiteY19" fmla="*/ 829596 h 955271"/>
              <a:gd name="connsiteX20" fmla="*/ 787156 w 5741575"/>
              <a:gd name="connsiteY20" fmla="*/ 838447 h 955271"/>
              <a:gd name="connsiteX21" fmla="*/ 948872 w 5741575"/>
              <a:gd name="connsiteY21" fmla="*/ 772201 h 955271"/>
              <a:gd name="connsiteX22" fmla="*/ 1127089 w 5741575"/>
              <a:gd name="connsiteY22" fmla="*/ 746926 h 955271"/>
              <a:gd name="connsiteX23" fmla="*/ 1220426 w 5741575"/>
              <a:gd name="connsiteY23" fmla="*/ 721810 h 955271"/>
              <a:gd name="connsiteX24" fmla="*/ 1306771 w 5741575"/>
              <a:gd name="connsiteY24" fmla="*/ 717936 h 955271"/>
              <a:gd name="connsiteX25" fmla="*/ 1374314 w 5741575"/>
              <a:gd name="connsiteY25" fmla="*/ 688815 h 955271"/>
              <a:gd name="connsiteX26" fmla="*/ 1378034 w 5741575"/>
              <a:gd name="connsiteY26" fmla="*/ 685842 h 955271"/>
              <a:gd name="connsiteX27" fmla="*/ 1395604 w 5741575"/>
              <a:gd name="connsiteY27" fmla="*/ 680460 h 955271"/>
              <a:gd name="connsiteX28" fmla="*/ 1397206 w 5741575"/>
              <a:gd name="connsiteY28" fmla="*/ 670793 h 955271"/>
              <a:gd name="connsiteX29" fmla="*/ 1421250 w 5741575"/>
              <a:gd name="connsiteY29" fmla="*/ 656855 h 955271"/>
              <a:gd name="connsiteX30" fmla="*/ 1454524 w 5741575"/>
              <a:gd name="connsiteY30" fmla="*/ 649224 h 955271"/>
              <a:gd name="connsiteX31" fmla="*/ 1616217 w 5741575"/>
              <a:gd name="connsiteY31" fmla="*/ 622107 h 955271"/>
              <a:gd name="connsiteX32" fmla="*/ 1710928 w 5741575"/>
              <a:gd name="connsiteY32" fmla="*/ 600666 h 955271"/>
              <a:gd name="connsiteX33" fmla="*/ 1743718 w 5741575"/>
              <a:gd name="connsiteY33" fmla="*/ 584327 h 955271"/>
              <a:gd name="connsiteX34" fmla="*/ 1873778 w 5741575"/>
              <a:gd name="connsiteY34" fmla="*/ 530130 h 955271"/>
              <a:gd name="connsiteX35" fmla="*/ 1988411 w 5741575"/>
              <a:gd name="connsiteY35" fmla="*/ 491599 h 955271"/>
              <a:gd name="connsiteX36" fmla="*/ 2085507 w 5741575"/>
              <a:gd name="connsiteY36" fmla="*/ 498527 h 955271"/>
              <a:gd name="connsiteX37" fmla="*/ 2090767 w 5741575"/>
              <a:gd name="connsiteY37" fmla="*/ 490616 h 955271"/>
              <a:gd name="connsiteX38" fmla="*/ 2151143 w 5741575"/>
              <a:gd name="connsiteY38" fmla="*/ 478332 h 955271"/>
              <a:gd name="connsiteX39" fmla="*/ 2378710 w 5741575"/>
              <a:gd name="connsiteY39" fmla="*/ 477570 h 955271"/>
              <a:gd name="connsiteX40" fmla="*/ 2496256 w 5741575"/>
              <a:gd name="connsiteY40" fmla="*/ 452396 h 955271"/>
              <a:gd name="connsiteX41" fmla="*/ 2535387 w 5741575"/>
              <a:gd name="connsiteY41" fmla="*/ 436645 h 955271"/>
              <a:gd name="connsiteX42" fmla="*/ 2601109 w 5741575"/>
              <a:gd name="connsiteY42" fmla="*/ 410678 h 955271"/>
              <a:gd name="connsiteX43" fmla="*/ 2643855 w 5741575"/>
              <a:gd name="connsiteY43" fmla="*/ 374482 h 955271"/>
              <a:gd name="connsiteX44" fmla="*/ 2657726 w 5741575"/>
              <a:gd name="connsiteY44" fmla="*/ 365841 h 955271"/>
              <a:gd name="connsiteX45" fmla="*/ 2687125 w 5741575"/>
              <a:gd name="connsiteY45" fmla="*/ 366820 h 955271"/>
              <a:gd name="connsiteX46" fmla="*/ 2697479 w 5741575"/>
              <a:gd name="connsiteY46" fmla="*/ 361430 h 955271"/>
              <a:gd name="connsiteX47" fmla="*/ 2701547 w 5741575"/>
              <a:gd name="connsiteY47" fmla="*/ 361545 h 955271"/>
              <a:gd name="connsiteX48" fmla="*/ 2711054 w 5741575"/>
              <a:gd name="connsiteY48" fmla="*/ 360597 h 955271"/>
              <a:gd name="connsiteX49" fmla="*/ 2710438 w 5741575"/>
              <a:gd name="connsiteY49" fmla="*/ 366958 h 955271"/>
              <a:gd name="connsiteX50" fmla="*/ 2722936 w 5741575"/>
              <a:gd name="connsiteY50" fmla="*/ 377633 h 955271"/>
              <a:gd name="connsiteX51" fmla="*/ 2777227 w 5741575"/>
              <a:gd name="connsiteY51" fmla="*/ 368972 h 955271"/>
              <a:gd name="connsiteX52" fmla="*/ 2779510 w 5741575"/>
              <a:gd name="connsiteY52" fmla="*/ 361652 h 955271"/>
              <a:gd name="connsiteX53" fmla="*/ 2786278 w 5741575"/>
              <a:gd name="connsiteY53" fmla="*/ 359869 h 955271"/>
              <a:gd name="connsiteX54" fmla="*/ 2792101 w 5741575"/>
              <a:gd name="connsiteY54" fmla="*/ 365927 h 955271"/>
              <a:gd name="connsiteX55" fmla="*/ 2885545 w 5741575"/>
              <a:gd name="connsiteY55" fmla="*/ 372818 h 955271"/>
              <a:gd name="connsiteX56" fmla="*/ 3009558 w 5741575"/>
              <a:gd name="connsiteY56" fmla="*/ 370573 h 955271"/>
              <a:gd name="connsiteX57" fmla="*/ 3095010 w 5741575"/>
              <a:gd name="connsiteY57" fmla="*/ 332454 h 955271"/>
              <a:gd name="connsiteX58" fmla="*/ 3103742 w 5741575"/>
              <a:gd name="connsiteY58" fmla="*/ 337974 h 955271"/>
              <a:gd name="connsiteX59" fmla="*/ 3165093 w 5741575"/>
              <a:gd name="connsiteY59" fmla="*/ 329459 h 955271"/>
              <a:gd name="connsiteX60" fmla="*/ 3373785 w 5741575"/>
              <a:gd name="connsiteY60" fmla="*/ 255680 h 955271"/>
              <a:gd name="connsiteX61" fmla="*/ 3493851 w 5741575"/>
              <a:gd name="connsiteY61" fmla="*/ 240255 h 955271"/>
              <a:gd name="connsiteX62" fmla="*/ 3537470 w 5741575"/>
              <a:gd name="connsiteY62" fmla="*/ 241867 h 955271"/>
              <a:gd name="connsiteX63" fmla="*/ 3610489 w 5741575"/>
              <a:gd name="connsiteY63" fmla="*/ 244128 h 955271"/>
              <a:gd name="connsiteX64" fmla="*/ 3667539 w 5741575"/>
              <a:gd name="connsiteY64" fmla="*/ 263271 h 955271"/>
              <a:gd name="connsiteX65" fmla="*/ 3727614 w 5741575"/>
              <a:gd name="connsiteY65" fmla="*/ 258245 h 955271"/>
              <a:gd name="connsiteX66" fmla="*/ 3738369 w 5741575"/>
              <a:gd name="connsiteY66" fmla="*/ 234506 h 955271"/>
              <a:gd name="connsiteX67" fmla="*/ 3803670 w 5741575"/>
              <a:gd name="connsiteY67" fmla="*/ 236457 h 955271"/>
              <a:gd name="connsiteX68" fmla="*/ 3903080 w 5741575"/>
              <a:gd name="connsiteY68" fmla="*/ 241890 h 955271"/>
              <a:gd name="connsiteX69" fmla="*/ 4114838 w 5741575"/>
              <a:gd name="connsiteY69" fmla="*/ 238165 h 955271"/>
              <a:gd name="connsiteX70" fmla="*/ 4271023 w 5741575"/>
              <a:gd name="connsiteY70" fmla="*/ 241959 h 955271"/>
              <a:gd name="connsiteX71" fmla="*/ 4367397 w 5741575"/>
              <a:gd name="connsiteY71" fmla="*/ 271442 h 955271"/>
              <a:gd name="connsiteX72" fmla="*/ 4495366 w 5741575"/>
              <a:gd name="connsiteY72" fmla="*/ 271618 h 955271"/>
              <a:gd name="connsiteX73" fmla="*/ 4517347 w 5741575"/>
              <a:gd name="connsiteY73" fmla="*/ 275639 h 955271"/>
              <a:gd name="connsiteX74" fmla="*/ 4546116 w 5741575"/>
              <a:gd name="connsiteY74" fmla="*/ 268568 h 955271"/>
              <a:gd name="connsiteX75" fmla="*/ 4661259 w 5741575"/>
              <a:gd name="connsiteY75" fmla="*/ 238966 h 955271"/>
              <a:gd name="connsiteX76" fmla="*/ 4750403 w 5741575"/>
              <a:gd name="connsiteY76" fmla="*/ 204364 h 955271"/>
              <a:gd name="connsiteX77" fmla="*/ 4867614 w 5741575"/>
              <a:gd name="connsiteY77" fmla="*/ 208668 h 955271"/>
              <a:gd name="connsiteX78" fmla="*/ 4937036 w 5741575"/>
              <a:gd name="connsiteY78" fmla="*/ 195446 h 955271"/>
              <a:gd name="connsiteX79" fmla="*/ 5047626 w 5741575"/>
              <a:gd name="connsiteY79" fmla="*/ 149604 h 955271"/>
              <a:gd name="connsiteX80" fmla="*/ 5200247 w 5741575"/>
              <a:gd name="connsiteY80" fmla="*/ 142695 h 955271"/>
              <a:gd name="connsiteX81" fmla="*/ 5235691 w 5741575"/>
              <a:gd name="connsiteY81" fmla="*/ 173330 h 955271"/>
              <a:gd name="connsiteX82" fmla="*/ 5280133 w 5741575"/>
              <a:gd name="connsiteY82" fmla="*/ 189342 h 955271"/>
              <a:gd name="connsiteX83" fmla="*/ 5291963 w 5741575"/>
              <a:gd name="connsiteY83" fmla="*/ 139446 h 955271"/>
              <a:gd name="connsiteX84" fmla="*/ 5418472 w 5741575"/>
              <a:gd name="connsiteY84" fmla="*/ 89163 h 955271"/>
              <a:gd name="connsiteX85" fmla="*/ 5482354 w 5741575"/>
              <a:gd name="connsiteY85" fmla="*/ 69470 h 955271"/>
              <a:gd name="connsiteX86" fmla="*/ 5583280 w 5741575"/>
              <a:gd name="connsiteY86" fmla="*/ 49787 h 955271"/>
              <a:gd name="connsiteX87" fmla="*/ 5613766 w 5741575"/>
              <a:gd name="connsiteY87" fmla="*/ 41855 h 955271"/>
              <a:gd name="connsiteX88" fmla="*/ 5684952 w 5741575"/>
              <a:gd name="connsiteY88" fmla="*/ 26088 h 955271"/>
              <a:gd name="connsiteX89" fmla="*/ 5741575 w 5741575"/>
              <a:gd name="connsiteY8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22923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306299 w 5741575"/>
              <a:gd name="connsiteY15" fmla="*/ 873609 h 955271"/>
              <a:gd name="connsiteX16" fmla="*/ 331571 w 5741575"/>
              <a:gd name="connsiteY16" fmla="*/ 869866 h 955271"/>
              <a:gd name="connsiteX17" fmla="*/ 384157 w 5741575"/>
              <a:gd name="connsiteY17" fmla="*/ 867971 h 955271"/>
              <a:gd name="connsiteX18" fmla="*/ 477637 w 5741575"/>
              <a:gd name="connsiteY18" fmla="*/ 870334 h 955271"/>
              <a:gd name="connsiteX19" fmla="*/ 570239 w 5741575"/>
              <a:gd name="connsiteY19" fmla="*/ 829596 h 955271"/>
              <a:gd name="connsiteX20" fmla="*/ 787156 w 5741575"/>
              <a:gd name="connsiteY20" fmla="*/ 838447 h 955271"/>
              <a:gd name="connsiteX21" fmla="*/ 948872 w 5741575"/>
              <a:gd name="connsiteY21" fmla="*/ 772201 h 955271"/>
              <a:gd name="connsiteX22" fmla="*/ 1127089 w 5741575"/>
              <a:gd name="connsiteY22" fmla="*/ 746926 h 955271"/>
              <a:gd name="connsiteX23" fmla="*/ 1220426 w 5741575"/>
              <a:gd name="connsiteY23" fmla="*/ 721810 h 955271"/>
              <a:gd name="connsiteX24" fmla="*/ 1306771 w 5741575"/>
              <a:gd name="connsiteY24" fmla="*/ 717936 h 955271"/>
              <a:gd name="connsiteX25" fmla="*/ 1374314 w 5741575"/>
              <a:gd name="connsiteY25" fmla="*/ 688815 h 955271"/>
              <a:gd name="connsiteX26" fmla="*/ 1378034 w 5741575"/>
              <a:gd name="connsiteY26" fmla="*/ 685842 h 955271"/>
              <a:gd name="connsiteX27" fmla="*/ 1395604 w 5741575"/>
              <a:gd name="connsiteY27" fmla="*/ 680460 h 955271"/>
              <a:gd name="connsiteX28" fmla="*/ 1397206 w 5741575"/>
              <a:gd name="connsiteY28" fmla="*/ 670793 h 955271"/>
              <a:gd name="connsiteX29" fmla="*/ 1421250 w 5741575"/>
              <a:gd name="connsiteY29" fmla="*/ 656855 h 955271"/>
              <a:gd name="connsiteX30" fmla="*/ 1454524 w 5741575"/>
              <a:gd name="connsiteY30" fmla="*/ 649224 h 955271"/>
              <a:gd name="connsiteX31" fmla="*/ 1616217 w 5741575"/>
              <a:gd name="connsiteY31" fmla="*/ 622107 h 955271"/>
              <a:gd name="connsiteX32" fmla="*/ 1710928 w 5741575"/>
              <a:gd name="connsiteY32" fmla="*/ 600666 h 955271"/>
              <a:gd name="connsiteX33" fmla="*/ 1743718 w 5741575"/>
              <a:gd name="connsiteY33" fmla="*/ 584327 h 955271"/>
              <a:gd name="connsiteX34" fmla="*/ 1873778 w 5741575"/>
              <a:gd name="connsiteY34" fmla="*/ 530130 h 955271"/>
              <a:gd name="connsiteX35" fmla="*/ 1988411 w 5741575"/>
              <a:gd name="connsiteY35" fmla="*/ 491599 h 955271"/>
              <a:gd name="connsiteX36" fmla="*/ 2085507 w 5741575"/>
              <a:gd name="connsiteY36" fmla="*/ 498527 h 955271"/>
              <a:gd name="connsiteX37" fmla="*/ 2090767 w 5741575"/>
              <a:gd name="connsiteY37" fmla="*/ 490616 h 955271"/>
              <a:gd name="connsiteX38" fmla="*/ 2151143 w 5741575"/>
              <a:gd name="connsiteY38" fmla="*/ 478332 h 955271"/>
              <a:gd name="connsiteX39" fmla="*/ 2378710 w 5741575"/>
              <a:gd name="connsiteY39" fmla="*/ 477570 h 955271"/>
              <a:gd name="connsiteX40" fmla="*/ 2496256 w 5741575"/>
              <a:gd name="connsiteY40" fmla="*/ 452396 h 955271"/>
              <a:gd name="connsiteX41" fmla="*/ 2535387 w 5741575"/>
              <a:gd name="connsiteY41" fmla="*/ 436645 h 955271"/>
              <a:gd name="connsiteX42" fmla="*/ 2601109 w 5741575"/>
              <a:gd name="connsiteY42" fmla="*/ 410678 h 955271"/>
              <a:gd name="connsiteX43" fmla="*/ 2643855 w 5741575"/>
              <a:gd name="connsiteY43" fmla="*/ 374482 h 955271"/>
              <a:gd name="connsiteX44" fmla="*/ 2657726 w 5741575"/>
              <a:gd name="connsiteY44" fmla="*/ 365841 h 955271"/>
              <a:gd name="connsiteX45" fmla="*/ 2687125 w 5741575"/>
              <a:gd name="connsiteY45" fmla="*/ 366820 h 955271"/>
              <a:gd name="connsiteX46" fmla="*/ 2697479 w 5741575"/>
              <a:gd name="connsiteY46" fmla="*/ 361430 h 955271"/>
              <a:gd name="connsiteX47" fmla="*/ 2701547 w 5741575"/>
              <a:gd name="connsiteY47" fmla="*/ 361545 h 955271"/>
              <a:gd name="connsiteX48" fmla="*/ 2711054 w 5741575"/>
              <a:gd name="connsiteY48" fmla="*/ 360597 h 955271"/>
              <a:gd name="connsiteX49" fmla="*/ 2710438 w 5741575"/>
              <a:gd name="connsiteY49" fmla="*/ 366958 h 955271"/>
              <a:gd name="connsiteX50" fmla="*/ 2722936 w 5741575"/>
              <a:gd name="connsiteY50" fmla="*/ 377633 h 955271"/>
              <a:gd name="connsiteX51" fmla="*/ 2777227 w 5741575"/>
              <a:gd name="connsiteY51" fmla="*/ 368972 h 955271"/>
              <a:gd name="connsiteX52" fmla="*/ 2779510 w 5741575"/>
              <a:gd name="connsiteY52" fmla="*/ 361652 h 955271"/>
              <a:gd name="connsiteX53" fmla="*/ 2786278 w 5741575"/>
              <a:gd name="connsiteY53" fmla="*/ 359869 h 955271"/>
              <a:gd name="connsiteX54" fmla="*/ 2792101 w 5741575"/>
              <a:gd name="connsiteY54" fmla="*/ 365927 h 955271"/>
              <a:gd name="connsiteX55" fmla="*/ 2885545 w 5741575"/>
              <a:gd name="connsiteY55" fmla="*/ 372818 h 955271"/>
              <a:gd name="connsiteX56" fmla="*/ 3009558 w 5741575"/>
              <a:gd name="connsiteY56" fmla="*/ 370573 h 955271"/>
              <a:gd name="connsiteX57" fmla="*/ 3095010 w 5741575"/>
              <a:gd name="connsiteY57" fmla="*/ 332454 h 955271"/>
              <a:gd name="connsiteX58" fmla="*/ 3103742 w 5741575"/>
              <a:gd name="connsiteY58" fmla="*/ 337974 h 955271"/>
              <a:gd name="connsiteX59" fmla="*/ 3165093 w 5741575"/>
              <a:gd name="connsiteY59" fmla="*/ 329459 h 955271"/>
              <a:gd name="connsiteX60" fmla="*/ 3373785 w 5741575"/>
              <a:gd name="connsiteY60" fmla="*/ 255680 h 955271"/>
              <a:gd name="connsiteX61" fmla="*/ 3493851 w 5741575"/>
              <a:gd name="connsiteY61" fmla="*/ 240255 h 955271"/>
              <a:gd name="connsiteX62" fmla="*/ 3537470 w 5741575"/>
              <a:gd name="connsiteY62" fmla="*/ 241867 h 955271"/>
              <a:gd name="connsiteX63" fmla="*/ 3610489 w 5741575"/>
              <a:gd name="connsiteY63" fmla="*/ 244128 h 955271"/>
              <a:gd name="connsiteX64" fmla="*/ 3667539 w 5741575"/>
              <a:gd name="connsiteY64" fmla="*/ 263271 h 955271"/>
              <a:gd name="connsiteX65" fmla="*/ 3727614 w 5741575"/>
              <a:gd name="connsiteY65" fmla="*/ 258245 h 955271"/>
              <a:gd name="connsiteX66" fmla="*/ 3738369 w 5741575"/>
              <a:gd name="connsiteY66" fmla="*/ 234506 h 955271"/>
              <a:gd name="connsiteX67" fmla="*/ 3803670 w 5741575"/>
              <a:gd name="connsiteY67" fmla="*/ 236457 h 955271"/>
              <a:gd name="connsiteX68" fmla="*/ 3903080 w 5741575"/>
              <a:gd name="connsiteY68" fmla="*/ 241890 h 955271"/>
              <a:gd name="connsiteX69" fmla="*/ 4114838 w 5741575"/>
              <a:gd name="connsiteY69" fmla="*/ 238165 h 955271"/>
              <a:gd name="connsiteX70" fmla="*/ 4271023 w 5741575"/>
              <a:gd name="connsiteY70" fmla="*/ 241959 h 955271"/>
              <a:gd name="connsiteX71" fmla="*/ 4367397 w 5741575"/>
              <a:gd name="connsiteY71" fmla="*/ 271442 h 955271"/>
              <a:gd name="connsiteX72" fmla="*/ 4495366 w 5741575"/>
              <a:gd name="connsiteY72" fmla="*/ 271618 h 955271"/>
              <a:gd name="connsiteX73" fmla="*/ 4517347 w 5741575"/>
              <a:gd name="connsiteY73" fmla="*/ 275639 h 955271"/>
              <a:gd name="connsiteX74" fmla="*/ 4546116 w 5741575"/>
              <a:gd name="connsiteY74" fmla="*/ 268568 h 955271"/>
              <a:gd name="connsiteX75" fmla="*/ 4661259 w 5741575"/>
              <a:gd name="connsiteY75" fmla="*/ 238966 h 955271"/>
              <a:gd name="connsiteX76" fmla="*/ 4750403 w 5741575"/>
              <a:gd name="connsiteY76" fmla="*/ 204364 h 955271"/>
              <a:gd name="connsiteX77" fmla="*/ 4867614 w 5741575"/>
              <a:gd name="connsiteY77" fmla="*/ 208668 h 955271"/>
              <a:gd name="connsiteX78" fmla="*/ 4937036 w 5741575"/>
              <a:gd name="connsiteY78" fmla="*/ 195446 h 955271"/>
              <a:gd name="connsiteX79" fmla="*/ 5047626 w 5741575"/>
              <a:gd name="connsiteY79" fmla="*/ 149604 h 955271"/>
              <a:gd name="connsiteX80" fmla="*/ 5200247 w 5741575"/>
              <a:gd name="connsiteY80" fmla="*/ 142695 h 955271"/>
              <a:gd name="connsiteX81" fmla="*/ 5235691 w 5741575"/>
              <a:gd name="connsiteY81" fmla="*/ 173330 h 955271"/>
              <a:gd name="connsiteX82" fmla="*/ 5280133 w 5741575"/>
              <a:gd name="connsiteY82" fmla="*/ 189342 h 955271"/>
              <a:gd name="connsiteX83" fmla="*/ 5291963 w 5741575"/>
              <a:gd name="connsiteY83" fmla="*/ 139446 h 955271"/>
              <a:gd name="connsiteX84" fmla="*/ 5418472 w 5741575"/>
              <a:gd name="connsiteY84" fmla="*/ 89163 h 955271"/>
              <a:gd name="connsiteX85" fmla="*/ 5482354 w 5741575"/>
              <a:gd name="connsiteY85" fmla="*/ 69470 h 955271"/>
              <a:gd name="connsiteX86" fmla="*/ 5583280 w 5741575"/>
              <a:gd name="connsiteY86" fmla="*/ 49787 h 955271"/>
              <a:gd name="connsiteX87" fmla="*/ 5613766 w 5741575"/>
              <a:gd name="connsiteY87" fmla="*/ 41855 h 955271"/>
              <a:gd name="connsiteX88" fmla="*/ 5684952 w 5741575"/>
              <a:gd name="connsiteY88" fmla="*/ 26088 h 955271"/>
              <a:gd name="connsiteX89" fmla="*/ 5741575 w 5741575"/>
              <a:gd name="connsiteY8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87156 w 5741575"/>
              <a:gd name="connsiteY19" fmla="*/ 838447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87156 w 5741575"/>
              <a:gd name="connsiteY19" fmla="*/ 838447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94753 w 5741575"/>
              <a:gd name="connsiteY29" fmla="*/ 644686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41364 w 5741575"/>
              <a:gd name="connsiteY28" fmla="*/ 661393 h 955271"/>
              <a:gd name="connsiteX29" fmla="*/ 1494753 w 5741575"/>
              <a:gd name="connsiteY29" fmla="*/ 644686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94753 w 5741575"/>
              <a:gd name="connsiteY28" fmla="*/ 644686 h 955271"/>
              <a:gd name="connsiteX29" fmla="*/ 1616217 w 5741575"/>
              <a:gd name="connsiteY29" fmla="*/ 622107 h 955271"/>
              <a:gd name="connsiteX30" fmla="*/ 1710928 w 5741575"/>
              <a:gd name="connsiteY30" fmla="*/ 600666 h 955271"/>
              <a:gd name="connsiteX31" fmla="*/ 1743718 w 5741575"/>
              <a:gd name="connsiteY31" fmla="*/ 584327 h 955271"/>
              <a:gd name="connsiteX32" fmla="*/ 1873778 w 5741575"/>
              <a:gd name="connsiteY32" fmla="*/ 530130 h 955271"/>
              <a:gd name="connsiteX33" fmla="*/ 1988411 w 5741575"/>
              <a:gd name="connsiteY33" fmla="*/ 491599 h 955271"/>
              <a:gd name="connsiteX34" fmla="*/ 2085507 w 5741575"/>
              <a:gd name="connsiteY34" fmla="*/ 498527 h 955271"/>
              <a:gd name="connsiteX35" fmla="*/ 2090767 w 5741575"/>
              <a:gd name="connsiteY35" fmla="*/ 490616 h 955271"/>
              <a:gd name="connsiteX36" fmla="*/ 2151143 w 5741575"/>
              <a:gd name="connsiteY36" fmla="*/ 478332 h 955271"/>
              <a:gd name="connsiteX37" fmla="*/ 2378710 w 5741575"/>
              <a:gd name="connsiteY37" fmla="*/ 477570 h 955271"/>
              <a:gd name="connsiteX38" fmla="*/ 2496256 w 5741575"/>
              <a:gd name="connsiteY38" fmla="*/ 452396 h 955271"/>
              <a:gd name="connsiteX39" fmla="*/ 2535387 w 5741575"/>
              <a:gd name="connsiteY39" fmla="*/ 436645 h 955271"/>
              <a:gd name="connsiteX40" fmla="*/ 2601109 w 5741575"/>
              <a:gd name="connsiteY40" fmla="*/ 410678 h 955271"/>
              <a:gd name="connsiteX41" fmla="*/ 2643855 w 5741575"/>
              <a:gd name="connsiteY41" fmla="*/ 374482 h 955271"/>
              <a:gd name="connsiteX42" fmla="*/ 2657726 w 5741575"/>
              <a:gd name="connsiteY42" fmla="*/ 365841 h 955271"/>
              <a:gd name="connsiteX43" fmla="*/ 2687125 w 5741575"/>
              <a:gd name="connsiteY43" fmla="*/ 366820 h 955271"/>
              <a:gd name="connsiteX44" fmla="*/ 2697479 w 5741575"/>
              <a:gd name="connsiteY44" fmla="*/ 361430 h 955271"/>
              <a:gd name="connsiteX45" fmla="*/ 2701547 w 5741575"/>
              <a:gd name="connsiteY45" fmla="*/ 361545 h 955271"/>
              <a:gd name="connsiteX46" fmla="*/ 2711054 w 5741575"/>
              <a:gd name="connsiteY46" fmla="*/ 360597 h 955271"/>
              <a:gd name="connsiteX47" fmla="*/ 2710438 w 5741575"/>
              <a:gd name="connsiteY47" fmla="*/ 366958 h 955271"/>
              <a:gd name="connsiteX48" fmla="*/ 2722936 w 5741575"/>
              <a:gd name="connsiteY48" fmla="*/ 377633 h 955271"/>
              <a:gd name="connsiteX49" fmla="*/ 2777227 w 5741575"/>
              <a:gd name="connsiteY49" fmla="*/ 368972 h 955271"/>
              <a:gd name="connsiteX50" fmla="*/ 2779510 w 5741575"/>
              <a:gd name="connsiteY50" fmla="*/ 361652 h 955271"/>
              <a:gd name="connsiteX51" fmla="*/ 2786278 w 5741575"/>
              <a:gd name="connsiteY51" fmla="*/ 359869 h 955271"/>
              <a:gd name="connsiteX52" fmla="*/ 2792101 w 5741575"/>
              <a:gd name="connsiteY52" fmla="*/ 365927 h 955271"/>
              <a:gd name="connsiteX53" fmla="*/ 2885545 w 5741575"/>
              <a:gd name="connsiteY53" fmla="*/ 372818 h 955271"/>
              <a:gd name="connsiteX54" fmla="*/ 3009558 w 5741575"/>
              <a:gd name="connsiteY54" fmla="*/ 370573 h 955271"/>
              <a:gd name="connsiteX55" fmla="*/ 3095010 w 5741575"/>
              <a:gd name="connsiteY55" fmla="*/ 332454 h 955271"/>
              <a:gd name="connsiteX56" fmla="*/ 3103742 w 5741575"/>
              <a:gd name="connsiteY56" fmla="*/ 337974 h 955271"/>
              <a:gd name="connsiteX57" fmla="*/ 3165093 w 5741575"/>
              <a:gd name="connsiteY57" fmla="*/ 329459 h 955271"/>
              <a:gd name="connsiteX58" fmla="*/ 3373785 w 5741575"/>
              <a:gd name="connsiteY58" fmla="*/ 255680 h 955271"/>
              <a:gd name="connsiteX59" fmla="*/ 3493851 w 5741575"/>
              <a:gd name="connsiteY59" fmla="*/ 240255 h 955271"/>
              <a:gd name="connsiteX60" fmla="*/ 3537470 w 5741575"/>
              <a:gd name="connsiteY60" fmla="*/ 241867 h 955271"/>
              <a:gd name="connsiteX61" fmla="*/ 3610489 w 5741575"/>
              <a:gd name="connsiteY61" fmla="*/ 244128 h 955271"/>
              <a:gd name="connsiteX62" fmla="*/ 3667539 w 5741575"/>
              <a:gd name="connsiteY62" fmla="*/ 263271 h 955271"/>
              <a:gd name="connsiteX63" fmla="*/ 3727614 w 5741575"/>
              <a:gd name="connsiteY63" fmla="*/ 258245 h 955271"/>
              <a:gd name="connsiteX64" fmla="*/ 3738369 w 5741575"/>
              <a:gd name="connsiteY64" fmla="*/ 234506 h 955271"/>
              <a:gd name="connsiteX65" fmla="*/ 3803670 w 5741575"/>
              <a:gd name="connsiteY65" fmla="*/ 236457 h 955271"/>
              <a:gd name="connsiteX66" fmla="*/ 3903080 w 5741575"/>
              <a:gd name="connsiteY66" fmla="*/ 241890 h 955271"/>
              <a:gd name="connsiteX67" fmla="*/ 4114838 w 5741575"/>
              <a:gd name="connsiteY67" fmla="*/ 238165 h 955271"/>
              <a:gd name="connsiteX68" fmla="*/ 4271023 w 5741575"/>
              <a:gd name="connsiteY68" fmla="*/ 241959 h 955271"/>
              <a:gd name="connsiteX69" fmla="*/ 4367397 w 5741575"/>
              <a:gd name="connsiteY69" fmla="*/ 271442 h 955271"/>
              <a:gd name="connsiteX70" fmla="*/ 4495366 w 5741575"/>
              <a:gd name="connsiteY70" fmla="*/ 271618 h 955271"/>
              <a:gd name="connsiteX71" fmla="*/ 4517347 w 5741575"/>
              <a:gd name="connsiteY71" fmla="*/ 275639 h 955271"/>
              <a:gd name="connsiteX72" fmla="*/ 4546116 w 5741575"/>
              <a:gd name="connsiteY72" fmla="*/ 268568 h 955271"/>
              <a:gd name="connsiteX73" fmla="*/ 4661259 w 5741575"/>
              <a:gd name="connsiteY73" fmla="*/ 238966 h 955271"/>
              <a:gd name="connsiteX74" fmla="*/ 4750403 w 5741575"/>
              <a:gd name="connsiteY74" fmla="*/ 204364 h 955271"/>
              <a:gd name="connsiteX75" fmla="*/ 4867614 w 5741575"/>
              <a:gd name="connsiteY75" fmla="*/ 208668 h 955271"/>
              <a:gd name="connsiteX76" fmla="*/ 4937036 w 5741575"/>
              <a:gd name="connsiteY76" fmla="*/ 195446 h 955271"/>
              <a:gd name="connsiteX77" fmla="*/ 5047626 w 5741575"/>
              <a:gd name="connsiteY77" fmla="*/ 149604 h 955271"/>
              <a:gd name="connsiteX78" fmla="*/ 5200247 w 5741575"/>
              <a:gd name="connsiteY78" fmla="*/ 142695 h 955271"/>
              <a:gd name="connsiteX79" fmla="*/ 5235691 w 5741575"/>
              <a:gd name="connsiteY79" fmla="*/ 173330 h 955271"/>
              <a:gd name="connsiteX80" fmla="*/ 5280133 w 5741575"/>
              <a:gd name="connsiteY80" fmla="*/ 189342 h 955271"/>
              <a:gd name="connsiteX81" fmla="*/ 5291963 w 5741575"/>
              <a:gd name="connsiteY81" fmla="*/ 139446 h 955271"/>
              <a:gd name="connsiteX82" fmla="*/ 5418472 w 5741575"/>
              <a:gd name="connsiteY82" fmla="*/ 89163 h 955271"/>
              <a:gd name="connsiteX83" fmla="*/ 5482354 w 5741575"/>
              <a:gd name="connsiteY83" fmla="*/ 69470 h 955271"/>
              <a:gd name="connsiteX84" fmla="*/ 5583280 w 5741575"/>
              <a:gd name="connsiteY84" fmla="*/ 49787 h 955271"/>
              <a:gd name="connsiteX85" fmla="*/ 5613766 w 5741575"/>
              <a:gd name="connsiteY85" fmla="*/ 41855 h 955271"/>
              <a:gd name="connsiteX86" fmla="*/ 5684952 w 5741575"/>
              <a:gd name="connsiteY86" fmla="*/ 26088 h 955271"/>
              <a:gd name="connsiteX87" fmla="*/ 5741575 w 5741575"/>
              <a:gd name="connsiteY8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306771 w 5741575"/>
              <a:gd name="connsiteY22" fmla="*/ 717936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395604 w 5741575"/>
              <a:gd name="connsiteY25" fmla="*/ 680460 h 955271"/>
              <a:gd name="connsiteX26" fmla="*/ 1397206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395604 w 5741575"/>
              <a:gd name="connsiteY25" fmla="*/ 680460 h 955271"/>
              <a:gd name="connsiteX26" fmla="*/ 1397206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395604 w 5741575"/>
              <a:gd name="connsiteY25" fmla="*/ 680460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42834 w 5741575"/>
              <a:gd name="connsiteY24" fmla="*/ 753906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42834 w 5741575"/>
              <a:gd name="connsiteY24" fmla="*/ 753906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77227 w 5741575"/>
              <a:gd name="connsiteY47" fmla="*/ 368972 h 955271"/>
              <a:gd name="connsiteX48" fmla="*/ 2779510 w 5741575"/>
              <a:gd name="connsiteY48" fmla="*/ 361652 h 955271"/>
              <a:gd name="connsiteX49" fmla="*/ 2786278 w 5741575"/>
              <a:gd name="connsiteY49" fmla="*/ 359869 h 955271"/>
              <a:gd name="connsiteX50" fmla="*/ 2792101 w 5741575"/>
              <a:gd name="connsiteY50" fmla="*/ 365927 h 955271"/>
              <a:gd name="connsiteX51" fmla="*/ 2885545 w 5741575"/>
              <a:gd name="connsiteY51" fmla="*/ 372818 h 955271"/>
              <a:gd name="connsiteX52" fmla="*/ 3009558 w 5741575"/>
              <a:gd name="connsiteY52" fmla="*/ 370573 h 955271"/>
              <a:gd name="connsiteX53" fmla="*/ 3095010 w 5741575"/>
              <a:gd name="connsiteY53" fmla="*/ 332454 h 955271"/>
              <a:gd name="connsiteX54" fmla="*/ 3103742 w 5741575"/>
              <a:gd name="connsiteY54" fmla="*/ 337974 h 955271"/>
              <a:gd name="connsiteX55" fmla="*/ 3165093 w 5741575"/>
              <a:gd name="connsiteY55" fmla="*/ 329459 h 955271"/>
              <a:gd name="connsiteX56" fmla="*/ 3373785 w 5741575"/>
              <a:gd name="connsiteY56" fmla="*/ 255680 h 955271"/>
              <a:gd name="connsiteX57" fmla="*/ 3493851 w 5741575"/>
              <a:gd name="connsiteY57" fmla="*/ 240255 h 955271"/>
              <a:gd name="connsiteX58" fmla="*/ 3537470 w 5741575"/>
              <a:gd name="connsiteY58" fmla="*/ 241867 h 955271"/>
              <a:gd name="connsiteX59" fmla="*/ 3610489 w 5741575"/>
              <a:gd name="connsiteY59" fmla="*/ 244128 h 955271"/>
              <a:gd name="connsiteX60" fmla="*/ 3667539 w 5741575"/>
              <a:gd name="connsiteY60" fmla="*/ 263271 h 955271"/>
              <a:gd name="connsiteX61" fmla="*/ 3727614 w 5741575"/>
              <a:gd name="connsiteY61" fmla="*/ 258245 h 955271"/>
              <a:gd name="connsiteX62" fmla="*/ 3738369 w 5741575"/>
              <a:gd name="connsiteY62" fmla="*/ 234506 h 955271"/>
              <a:gd name="connsiteX63" fmla="*/ 3803670 w 5741575"/>
              <a:gd name="connsiteY63" fmla="*/ 236457 h 955271"/>
              <a:gd name="connsiteX64" fmla="*/ 3903080 w 5741575"/>
              <a:gd name="connsiteY64" fmla="*/ 241890 h 955271"/>
              <a:gd name="connsiteX65" fmla="*/ 4114838 w 5741575"/>
              <a:gd name="connsiteY65" fmla="*/ 238165 h 955271"/>
              <a:gd name="connsiteX66" fmla="*/ 4271023 w 5741575"/>
              <a:gd name="connsiteY66" fmla="*/ 241959 h 955271"/>
              <a:gd name="connsiteX67" fmla="*/ 4367397 w 5741575"/>
              <a:gd name="connsiteY67" fmla="*/ 271442 h 955271"/>
              <a:gd name="connsiteX68" fmla="*/ 4495366 w 5741575"/>
              <a:gd name="connsiteY68" fmla="*/ 271618 h 955271"/>
              <a:gd name="connsiteX69" fmla="*/ 4517347 w 5741575"/>
              <a:gd name="connsiteY69" fmla="*/ 275639 h 955271"/>
              <a:gd name="connsiteX70" fmla="*/ 4546116 w 5741575"/>
              <a:gd name="connsiteY70" fmla="*/ 268568 h 955271"/>
              <a:gd name="connsiteX71" fmla="*/ 4661259 w 5741575"/>
              <a:gd name="connsiteY71" fmla="*/ 238966 h 955271"/>
              <a:gd name="connsiteX72" fmla="*/ 4750403 w 5741575"/>
              <a:gd name="connsiteY72" fmla="*/ 204364 h 955271"/>
              <a:gd name="connsiteX73" fmla="*/ 4867614 w 5741575"/>
              <a:gd name="connsiteY73" fmla="*/ 208668 h 955271"/>
              <a:gd name="connsiteX74" fmla="*/ 4937036 w 5741575"/>
              <a:gd name="connsiteY74" fmla="*/ 195446 h 955271"/>
              <a:gd name="connsiteX75" fmla="*/ 5047626 w 5741575"/>
              <a:gd name="connsiteY75" fmla="*/ 149604 h 955271"/>
              <a:gd name="connsiteX76" fmla="*/ 5200247 w 5741575"/>
              <a:gd name="connsiteY76" fmla="*/ 142695 h 955271"/>
              <a:gd name="connsiteX77" fmla="*/ 5235691 w 5741575"/>
              <a:gd name="connsiteY77" fmla="*/ 173330 h 955271"/>
              <a:gd name="connsiteX78" fmla="*/ 5280133 w 5741575"/>
              <a:gd name="connsiteY78" fmla="*/ 189342 h 955271"/>
              <a:gd name="connsiteX79" fmla="*/ 5291963 w 5741575"/>
              <a:gd name="connsiteY79" fmla="*/ 139446 h 955271"/>
              <a:gd name="connsiteX80" fmla="*/ 5418472 w 5741575"/>
              <a:gd name="connsiteY80" fmla="*/ 89163 h 955271"/>
              <a:gd name="connsiteX81" fmla="*/ 5482354 w 5741575"/>
              <a:gd name="connsiteY81" fmla="*/ 69470 h 955271"/>
              <a:gd name="connsiteX82" fmla="*/ 5583280 w 5741575"/>
              <a:gd name="connsiteY82" fmla="*/ 49787 h 955271"/>
              <a:gd name="connsiteX83" fmla="*/ 5613766 w 5741575"/>
              <a:gd name="connsiteY83" fmla="*/ 41855 h 955271"/>
              <a:gd name="connsiteX84" fmla="*/ 5684952 w 5741575"/>
              <a:gd name="connsiteY84" fmla="*/ 26088 h 955271"/>
              <a:gd name="connsiteX85" fmla="*/ 5741575 w 5741575"/>
              <a:gd name="connsiteY85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11050 w 5741575"/>
              <a:gd name="connsiteY47" fmla="*/ 358572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77227 w 5741575"/>
              <a:gd name="connsiteY47" fmla="*/ 368972 h 955271"/>
              <a:gd name="connsiteX48" fmla="*/ 2779510 w 5741575"/>
              <a:gd name="connsiteY48" fmla="*/ 361652 h 955271"/>
              <a:gd name="connsiteX49" fmla="*/ 2786278 w 5741575"/>
              <a:gd name="connsiteY49" fmla="*/ 359869 h 955271"/>
              <a:gd name="connsiteX50" fmla="*/ 2792101 w 5741575"/>
              <a:gd name="connsiteY50" fmla="*/ 365927 h 955271"/>
              <a:gd name="connsiteX51" fmla="*/ 2885545 w 5741575"/>
              <a:gd name="connsiteY51" fmla="*/ 372818 h 955271"/>
              <a:gd name="connsiteX52" fmla="*/ 3009558 w 5741575"/>
              <a:gd name="connsiteY52" fmla="*/ 370573 h 955271"/>
              <a:gd name="connsiteX53" fmla="*/ 3095010 w 5741575"/>
              <a:gd name="connsiteY53" fmla="*/ 332454 h 955271"/>
              <a:gd name="connsiteX54" fmla="*/ 3103742 w 5741575"/>
              <a:gd name="connsiteY54" fmla="*/ 337974 h 955271"/>
              <a:gd name="connsiteX55" fmla="*/ 3165093 w 5741575"/>
              <a:gd name="connsiteY55" fmla="*/ 329459 h 955271"/>
              <a:gd name="connsiteX56" fmla="*/ 3373785 w 5741575"/>
              <a:gd name="connsiteY56" fmla="*/ 255680 h 955271"/>
              <a:gd name="connsiteX57" fmla="*/ 3493851 w 5741575"/>
              <a:gd name="connsiteY57" fmla="*/ 240255 h 955271"/>
              <a:gd name="connsiteX58" fmla="*/ 3537470 w 5741575"/>
              <a:gd name="connsiteY58" fmla="*/ 241867 h 955271"/>
              <a:gd name="connsiteX59" fmla="*/ 3610489 w 5741575"/>
              <a:gd name="connsiteY59" fmla="*/ 244128 h 955271"/>
              <a:gd name="connsiteX60" fmla="*/ 3667539 w 5741575"/>
              <a:gd name="connsiteY60" fmla="*/ 263271 h 955271"/>
              <a:gd name="connsiteX61" fmla="*/ 3727614 w 5741575"/>
              <a:gd name="connsiteY61" fmla="*/ 258245 h 955271"/>
              <a:gd name="connsiteX62" fmla="*/ 3738369 w 5741575"/>
              <a:gd name="connsiteY62" fmla="*/ 234506 h 955271"/>
              <a:gd name="connsiteX63" fmla="*/ 3803670 w 5741575"/>
              <a:gd name="connsiteY63" fmla="*/ 236457 h 955271"/>
              <a:gd name="connsiteX64" fmla="*/ 3903080 w 5741575"/>
              <a:gd name="connsiteY64" fmla="*/ 241890 h 955271"/>
              <a:gd name="connsiteX65" fmla="*/ 4114838 w 5741575"/>
              <a:gd name="connsiteY65" fmla="*/ 238165 h 955271"/>
              <a:gd name="connsiteX66" fmla="*/ 4271023 w 5741575"/>
              <a:gd name="connsiteY66" fmla="*/ 241959 h 955271"/>
              <a:gd name="connsiteX67" fmla="*/ 4367397 w 5741575"/>
              <a:gd name="connsiteY67" fmla="*/ 271442 h 955271"/>
              <a:gd name="connsiteX68" fmla="*/ 4495366 w 5741575"/>
              <a:gd name="connsiteY68" fmla="*/ 271618 h 955271"/>
              <a:gd name="connsiteX69" fmla="*/ 4517347 w 5741575"/>
              <a:gd name="connsiteY69" fmla="*/ 275639 h 955271"/>
              <a:gd name="connsiteX70" fmla="*/ 4546116 w 5741575"/>
              <a:gd name="connsiteY70" fmla="*/ 268568 h 955271"/>
              <a:gd name="connsiteX71" fmla="*/ 4661259 w 5741575"/>
              <a:gd name="connsiteY71" fmla="*/ 238966 h 955271"/>
              <a:gd name="connsiteX72" fmla="*/ 4750403 w 5741575"/>
              <a:gd name="connsiteY72" fmla="*/ 204364 h 955271"/>
              <a:gd name="connsiteX73" fmla="*/ 4867614 w 5741575"/>
              <a:gd name="connsiteY73" fmla="*/ 208668 h 955271"/>
              <a:gd name="connsiteX74" fmla="*/ 4937036 w 5741575"/>
              <a:gd name="connsiteY74" fmla="*/ 195446 h 955271"/>
              <a:gd name="connsiteX75" fmla="*/ 5047626 w 5741575"/>
              <a:gd name="connsiteY75" fmla="*/ 149604 h 955271"/>
              <a:gd name="connsiteX76" fmla="*/ 5200247 w 5741575"/>
              <a:gd name="connsiteY76" fmla="*/ 142695 h 955271"/>
              <a:gd name="connsiteX77" fmla="*/ 5235691 w 5741575"/>
              <a:gd name="connsiteY77" fmla="*/ 173330 h 955271"/>
              <a:gd name="connsiteX78" fmla="*/ 5280133 w 5741575"/>
              <a:gd name="connsiteY78" fmla="*/ 189342 h 955271"/>
              <a:gd name="connsiteX79" fmla="*/ 5291963 w 5741575"/>
              <a:gd name="connsiteY79" fmla="*/ 139446 h 955271"/>
              <a:gd name="connsiteX80" fmla="*/ 5418472 w 5741575"/>
              <a:gd name="connsiteY80" fmla="*/ 89163 h 955271"/>
              <a:gd name="connsiteX81" fmla="*/ 5482354 w 5741575"/>
              <a:gd name="connsiteY81" fmla="*/ 69470 h 955271"/>
              <a:gd name="connsiteX82" fmla="*/ 5583280 w 5741575"/>
              <a:gd name="connsiteY82" fmla="*/ 49787 h 955271"/>
              <a:gd name="connsiteX83" fmla="*/ 5613766 w 5741575"/>
              <a:gd name="connsiteY83" fmla="*/ 41855 h 955271"/>
              <a:gd name="connsiteX84" fmla="*/ 5684952 w 5741575"/>
              <a:gd name="connsiteY84" fmla="*/ 26088 h 955271"/>
              <a:gd name="connsiteX85" fmla="*/ 5741575 w 5741575"/>
              <a:gd name="connsiteY85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779510 w 5741575"/>
              <a:gd name="connsiteY47" fmla="*/ 361652 h 955271"/>
              <a:gd name="connsiteX48" fmla="*/ 2786278 w 5741575"/>
              <a:gd name="connsiteY48" fmla="*/ 359869 h 955271"/>
              <a:gd name="connsiteX49" fmla="*/ 2792101 w 5741575"/>
              <a:gd name="connsiteY49" fmla="*/ 365927 h 955271"/>
              <a:gd name="connsiteX50" fmla="*/ 2885545 w 5741575"/>
              <a:gd name="connsiteY50" fmla="*/ 372818 h 955271"/>
              <a:gd name="connsiteX51" fmla="*/ 3009558 w 5741575"/>
              <a:gd name="connsiteY51" fmla="*/ 370573 h 955271"/>
              <a:gd name="connsiteX52" fmla="*/ 3095010 w 5741575"/>
              <a:gd name="connsiteY52" fmla="*/ 332454 h 955271"/>
              <a:gd name="connsiteX53" fmla="*/ 3103742 w 5741575"/>
              <a:gd name="connsiteY53" fmla="*/ 337974 h 955271"/>
              <a:gd name="connsiteX54" fmla="*/ 3165093 w 5741575"/>
              <a:gd name="connsiteY54" fmla="*/ 329459 h 955271"/>
              <a:gd name="connsiteX55" fmla="*/ 3373785 w 5741575"/>
              <a:gd name="connsiteY55" fmla="*/ 255680 h 955271"/>
              <a:gd name="connsiteX56" fmla="*/ 3493851 w 5741575"/>
              <a:gd name="connsiteY56" fmla="*/ 240255 h 955271"/>
              <a:gd name="connsiteX57" fmla="*/ 3537470 w 5741575"/>
              <a:gd name="connsiteY57" fmla="*/ 241867 h 955271"/>
              <a:gd name="connsiteX58" fmla="*/ 3610489 w 5741575"/>
              <a:gd name="connsiteY58" fmla="*/ 244128 h 955271"/>
              <a:gd name="connsiteX59" fmla="*/ 3667539 w 5741575"/>
              <a:gd name="connsiteY59" fmla="*/ 263271 h 955271"/>
              <a:gd name="connsiteX60" fmla="*/ 3727614 w 5741575"/>
              <a:gd name="connsiteY60" fmla="*/ 258245 h 955271"/>
              <a:gd name="connsiteX61" fmla="*/ 3738369 w 5741575"/>
              <a:gd name="connsiteY61" fmla="*/ 234506 h 955271"/>
              <a:gd name="connsiteX62" fmla="*/ 3803670 w 5741575"/>
              <a:gd name="connsiteY62" fmla="*/ 236457 h 955271"/>
              <a:gd name="connsiteX63" fmla="*/ 3903080 w 5741575"/>
              <a:gd name="connsiteY63" fmla="*/ 241890 h 955271"/>
              <a:gd name="connsiteX64" fmla="*/ 4114838 w 5741575"/>
              <a:gd name="connsiteY64" fmla="*/ 238165 h 955271"/>
              <a:gd name="connsiteX65" fmla="*/ 4271023 w 5741575"/>
              <a:gd name="connsiteY65" fmla="*/ 241959 h 955271"/>
              <a:gd name="connsiteX66" fmla="*/ 4367397 w 5741575"/>
              <a:gd name="connsiteY66" fmla="*/ 271442 h 955271"/>
              <a:gd name="connsiteX67" fmla="*/ 4495366 w 5741575"/>
              <a:gd name="connsiteY67" fmla="*/ 271618 h 955271"/>
              <a:gd name="connsiteX68" fmla="*/ 4517347 w 5741575"/>
              <a:gd name="connsiteY68" fmla="*/ 275639 h 955271"/>
              <a:gd name="connsiteX69" fmla="*/ 4546116 w 5741575"/>
              <a:gd name="connsiteY69" fmla="*/ 268568 h 955271"/>
              <a:gd name="connsiteX70" fmla="*/ 4661259 w 5741575"/>
              <a:gd name="connsiteY70" fmla="*/ 238966 h 955271"/>
              <a:gd name="connsiteX71" fmla="*/ 4750403 w 5741575"/>
              <a:gd name="connsiteY71" fmla="*/ 204364 h 955271"/>
              <a:gd name="connsiteX72" fmla="*/ 4867614 w 5741575"/>
              <a:gd name="connsiteY72" fmla="*/ 208668 h 955271"/>
              <a:gd name="connsiteX73" fmla="*/ 4937036 w 5741575"/>
              <a:gd name="connsiteY73" fmla="*/ 195446 h 955271"/>
              <a:gd name="connsiteX74" fmla="*/ 5047626 w 5741575"/>
              <a:gd name="connsiteY74" fmla="*/ 149604 h 955271"/>
              <a:gd name="connsiteX75" fmla="*/ 5200247 w 5741575"/>
              <a:gd name="connsiteY75" fmla="*/ 142695 h 955271"/>
              <a:gd name="connsiteX76" fmla="*/ 5235691 w 5741575"/>
              <a:gd name="connsiteY76" fmla="*/ 173330 h 955271"/>
              <a:gd name="connsiteX77" fmla="*/ 5280133 w 5741575"/>
              <a:gd name="connsiteY77" fmla="*/ 189342 h 955271"/>
              <a:gd name="connsiteX78" fmla="*/ 5291963 w 5741575"/>
              <a:gd name="connsiteY78" fmla="*/ 139446 h 955271"/>
              <a:gd name="connsiteX79" fmla="*/ 5418472 w 5741575"/>
              <a:gd name="connsiteY79" fmla="*/ 89163 h 955271"/>
              <a:gd name="connsiteX80" fmla="*/ 5482354 w 5741575"/>
              <a:gd name="connsiteY80" fmla="*/ 69470 h 955271"/>
              <a:gd name="connsiteX81" fmla="*/ 5583280 w 5741575"/>
              <a:gd name="connsiteY81" fmla="*/ 49787 h 955271"/>
              <a:gd name="connsiteX82" fmla="*/ 5613766 w 5741575"/>
              <a:gd name="connsiteY82" fmla="*/ 41855 h 955271"/>
              <a:gd name="connsiteX83" fmla="*/ 5684952 w 5741575"/>
              <a:gd name="connsiteY83" fmla="*/ 26088 h 955271"/>
              <a:gd name="connsiteX84" fmla="*/ 5741575 w 5741575"/>
              <a:gd name="connsiteY84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779510 w 5741575"/>
              <a:gd name="connsiteY47" fmla="*/ 361652 h 955271"/>
              <a:gd name="connsiteX48" fmla="*/ 2786278 w 5741575"/>
              <a:gd name="connsiteY48" fmla="*/ 359869 h 955271"/>
              <a:gd name="connsiteX49" fmla="*/ 2885545 w 5741575"/>
              <a:gd name="connsiteY49" fmla="*/ 372818 h 955271"/>
              <a:gd name="connsiteX50" fmla="*/ 3009558 w 5741575"/>
              <a:gd name="connsiteY50" fmla="*/ 370573 h 955271"/>
              <a:gd name="connsiteX51" fmla="*/ 3095010 w 5741575"/>
              <a:gd name="connsiteY51" fmla="*/ 332454 h 955271"/>
              <a:gd name="connsiteX52" fmla="*/ 3103742 w 5741575"/>
              <a:gd name="connsiteY52" fmla="*/ 337974 h 955271"/>
              <a:gd name="connsiteX53" fmla="*/ 3165093 w 5741575"/>
              <a:gd name="connsiteY53" fmla="*/ 329459 h 955271"/>
              <a:gd name="connsiteX54" fmla="*/ 3373785 w 5741575"/>
              <a:gd name="connsiteY54" fmla="*/ 255680 h 955271"/>
              <a:gd name="connsiteX55" fmla="*/ 3493851 w 5741575"/>
              <a:gd name="connsiteY55" fmla="*/ 240255 h 955271"/>
              <a:gd name="connsiteX56" fmla="*/ 3537470 w 5741575"/>
              <a:gd name="connsiteY56" fmla="*/ 241867 h 955271"/>
              <a:gd name="connsiteX57" fmla="*/ 3610489 w 5741575"/>
              <a:gd name="connsiteY57" fmla="*/ 244128 h 955271"/>
              <a:gd name="connsiteX58" fmla="*/ 3667539 w 5741575"/>
              <a:gd name="connsiteY58" fmla="*/ 263271 h 955271"/>
              <a:gd name="connsiteX59" fmla="*/ 3727614 w 5741575"/>
              <a:gd name="connsiteY59" fmla="*/ 258245 h 955271"/>
              <a:gd name="connsiteX60" fmla="*/ 3738369 w 5741575"/>
              <a:gd name="connsiteY60" fmla="*/ 234506 h 955271"/>
              <a:gd name="connsiteX61" fmla="*/ 3803670 w 5741575"/>
              <a:gd name="connsiteY61" fmla="*/ 236457 h 955271"/>
              <a:gd name="connsiteX62" fmla="*/ 3903080 w 5741575"/>
              <a:gd name="connsiteY62" fmla="*/ 241890 h 955271"/>
              <a:gd name="connsiteX63" fmla="*/ 4114838 w 5741575"/>
              <a:gd name="connsiteY63" fmla="*/ 238165 h 955271"/>
              <a:gd name="connsiteX64" fmla="*/ 4271023 w 5741575"/>
              <a:gd name="connsiteY64" fmla="*/ 241959 h 955271"/>
              <a:gd name="connsiteX65" fmla="*/ 4367397 w 5741575"/>
              <a:gd name="connsiteY65" fmla="*/ 271442 h 955271"/>
              <a:gd name="connsiteX66" fmla="*/ 4495366 w 5741575"/>
              <a:gd name="connsiteY66" fmla="*/ 271618 h 955271"/>
              <a:gd name="connsiteX67" fmla="*/ 4517347 w 5741575"/>
              <a:gd name="connsiteY67" fmla="*/ 275639 h 955271"/>
              <a:gd name="connsiteX68" fmla="*/ 4546116 w 5741575"/>
              <a:gd name="connsiteY68" fmla="*/ 268568 h 955271"/>
              <a:gd name="connsiteX69" fmla="*/ 4661259 w 5741575"/>
              <a:gd name="connsiteY69" fmla="*/ 238966 h 955271"/>
              <a:gd name="connsiteX70" fmla="*/ 4750403 w 5741575"/>
              <a:gd name="connsiteY70" fmla="*/ 204364 h 955271"/>
              <a:gd name="connsiteX71" fmla="*/ 4867614 w 5741575"/>
              <a:gd name="connsiteY71" fmla="*/ 208668 h 955271"/>
              <a:gd name="connsiteX72" fmla="*/ 4937036 w 5741575"/>
              <a:gd name="connsiteY72" fmla="*/ 195446 h 955271"/>
              <a:gd name="connsiteX73" fmla="*/ 5047626 w 5741575"/>
              <a:gd name="connsiteY73" fmla="*/ 149604 h 955271"/>
              <a:gd name="connsiteX74" fmla="*/ 5200247 w 5741575"/>
              <a:gd name="connsiteY74" fmla="*/ 142695 h 955271"/>
              <a:gd name="connsiteX75" fmla="*/ 5235691 w 5741575"/>
              <a:gd name="connsiteY75" fmla="*/ 173330 h 955271"/>
              <a:gd name="connsiteX76" fmla="*/ 5280133 w 5741575"/>
              <a:gd name="connsiteY76" fmla="*/ 189342 h 955271"/>
              <a:gd name="connsiteX77" fmla="*/ 5291963 w 5741575"/>
              <a:gd name="connsiteY77" fmla="*/ 139446 h 955271"/>
              <a:gd name="connsiteX78" fmla="*/ 5418472 w 5741575"/>
              <a:gd name="connsiteY78" fmla="*/ 89163 h 955271"/>
              <a:gd name="connsiteX79" fmla="*/ 5482354 w 5741575"/>
              <a:gd name="connsiteY79" fmla="*/ 69470 h 955271"/>
              <a:gd name="connsiteX80" fmla="*/ 5583280 w 5741575"/>
              <a:gd name="connsiteY80" fmla="*/ 49787 h 955271"/>
              <a:gd name="connsiteX81" fmla="*/ 5613766 w 5741575"/>
              <a:gd name="connsiteY81" fmla="*/ 41855 h 955271"/>
              <a:gd name="connsiteX82" fmla="*/ 5684952 w 5741575"/>
              <a:gd name="connsiteY82" fmla="*/ 26088 h 955271"/>
              <a:gd name="connsiteX83" fmla="*/ 5741575 w 5741575"/>
              <a:gd name="connsiteY83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779510 w 5741575"/>
              <a:gd name="connsiteY47" fmla="*/ 361652 h 955271"/>
              <a:gd name="connsiteX48" fmla="*/ 2885545 w 5741575"/>
              <a:gd name="connsiteY48" fmla="*/ 372818 h 955271"/>
              <a:gd name="connsiteX49" fmla="*/ 3009558 w 5741575"/>
              <a:gd name="connsiteY49" fmla="*/ 370573 h 955271"/>
              <a:gd name="connsiteX50" fmla="*/ 3095010 w 5741575"/>
              <a:gd name="connsiteY50" fmla="*/ 332454 h 955271"/>
              <a:gd name="connsiteX51" fmla="*/ 3103742 w 5741575"/>
              <a:gd name="connsiteY51" fmla="*/ 337974 h 955271"/>
              <a:gd name="connsiteX52" fmla="*/ 3165093 w 5741575"/>
              <a:gd name="connsiteY52" fmla="*/ 329459 h 955271"/>
              <a:gd name="connsiteX53" fmla="*/ 3373785 w 5741575"/>
              <a:gd name="connsiteY53" fmla="*/ 255680 h 955271"/>
              <a:gd name="connsiteX54" fmla="*/ 3493851 w 5741575"/>
              <a:gd name="connsiteY54" fmla="*/ 240255 h 955271"/>
              <a:gd name="connsiteX55" fmla="*/ 3537470 w 5741575"/>
              <a:gd name="connsiteY55" fmla="*/ 241867 h 955271"/>
              <a:gd name="connsiteX56" fmla="*/ 3610489 w 5741575"/>
              <a:gd name="connsiteY56" fmla="*/ 244128 h 955271"/>
              <a:gd name="connsiteX57" fmla="*/ 3667539 w 5741575"/>
              <a:gd name="connsiteY57" fmla="*/ 263271 h 955271"/>
              <a:gd name="connsiteX58" fmla="*/ 3727614 w 5741575"/>
              <a:gd name="connsiteY58" fmla="*/ 258245 h 955271"/>
              <a:gd name="connsiteX59" fmla="*/ 3738369 w 5741575"/>
              <a:gd name="connsiteY59" fmla="*/ 234506 h 955271"/>
              <a:gd name="connsiteX60" fmla="*/ 3803670 w 5741575"/>
              <a:gd name="connsiteY60" fmla="*/ 236457 h 955271"/>
              <a:gd name="connsiteX61" fmla="*/ 3903080 w 5741575"/>
              <a:gd name="connsiteY61" fmla="*/ 241890 h 955271"/>
              <a:gd name="connsiteX62" fmla="*/ 4114838 w 5741575"/>
              <a:gd name="connsiteY62" fmla="*/ 238165 h 955271"/>
              <a:gd name="connsiteX63" fmla="*/ 4271023 w 5741575"/>
              <a:gd name="connsiteY63" fmla="*/ 241959 h 955271"/>
              <a:gd name="connsiteX64" fmla="*/ 4367397 w 5741575"/>
              <a:gd name="connsiteY64" fmla="*/ 271442 h 955271"/>
              <a:gd name="connsiteX65" fmla="*/ 4495366 w 5741575"/>
              <a:gd name="connsiteY65" fmla="*/ 271618 h 955271"/>
              <a:gd name="connsiteX66" fmla="*/ 4517347 w 5741575"/>
              <a:gd name="connsiteY66" fmla="*/ 275639 h 955271"/>
              <a:gd name="connsiteX67" fmla="*/ 4546116 w 5741575"/>
              <a:gd name="connsiteY67" fmla="*/ 268568 h 955271"/>
              <a:gd name="connsiteX68" fmla="*/ 4661259 w 5741575"/>
              <a:gd name="connsiteY68" fmla="*/ 238966 h 955271"/>
              <a:gd name="connsiteX69" fmla="*/ 4750403 w 5741575"/>
              <a:gd name="connsiteY69" fmla="*/ 204364 h 955271"/>
              <a:gd name="connsiteX70" fmla="*/ 4867614 w 5741575"/>
              <a:gd name="connsiteY70" fmla="*/ 208668 h 955271"/>
              <a:gd name="connsiteX71" fmla="*/ 4937036 w 5741575"/>
              <a:gd name="connsiteY71" fmla="*/ 195446 h 955271"/>
              <a:gd name="connsiteX72" fmla="*/ 5047626 w 5741575"/>
              <a:gd name="connsiteY72" fmla="*/ 149604 h 955271"/>
              <a:gd name="connsiteX73" fmla="*/ 5200247 w 5741575"/>
              <a:gd name="connsiteY73" fmla="*/ 142695 h 955271"/>
              <a:gd name="connsiteX74" fmla="*/ 5235691 w 5741575"/>
              <a:gd name="connsiteY74" fmla="*/ 173330 h 955271"/>
              <a:gd name="connsiteX75" fmla="*/ 5280133 w 5741575"/>
              <a:gd name="connsiteY75" fmla="*/ 189342 h 955271"/>
              <a:gd name="connsiteX76" fmla="*/ 5291963 w 5741575"/>
              <a:gd name="connsiteY76" fmla="*/ 139446 h 955271"/>
              <a:gd name="connsiteX77" fmla="*/ 5418472 w 5741575"/>
              <a:gd name="connsiteY77" fmla="*/ 89163 h 955271"/>
              <a:gd name="connsiteX78" fmla="*/ 5482354 w 5741575"/>
              <a:gd name="connsiteY78" fmla="*/ 69470 h 955271"/>
              <a:gd name="connsiteX79" fmla="*/ 5583280 w 5741575"/>
              <a:gd name="connsiteY79" fmla="*/ 49787 h 955271"/>
              <a:gd name="connsiteX80" fmla="*/ 5613766 w 5741575"/>
              <a:gd name="connsiteY80" fmla="*/ 41855 h 955271"/>
              <a:gd name="connsiteX81" fmla="*/ 5684952 w 5741575"/>
              <a:gd name="connsiteY81" fmla="*/ 26088 h 955271"/>
              <a:gd name="connsiteX82" fmla="*/ 5741575 w 5741575"/>
              <a:gd name="connsiteY8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824768 w 5741575"/>
              <a:gd name="connsiteY47" fmla="*/ 361652 h 955271"/>
              <a:gd name="connsiteX48" fmla="*/ 2885545 w 5741575"/>
              <a:gd name="connsiteY48" fmla="*/ 372818 h 955271"/>
              <a:gd name="connsiteX49" fmla="*/ 3009558 w 5741575"/>
              <a:gd name="connsiteY49" fmla="*/ 370573 h 955271"/>
              <a:gd name="connsiteX50" fmla="*/ 3095010 w 5741575"/>
              <a:gd name="connsiteY50" fmla="*/ 332454 h 955271"/>
              <a:gd name="connsiteX51" fmla="*/ 3103742 w 5741575"/>
              <a:gd name="connsiteY51" fmla="*/ 337974 h 955271"/>
              <a:gd name="connsiteX52" fmla="*/ 3165093 w 5741575"/>
              <a:gd name="connsiteY52" fmla="*/ 329459 h 955271"/>
              <a:gd name="connsiteX53" fmla="*/ 3373785 w 5741575"/>
              <a:gd name="connsiteY53" fmla="*/ 255680 h 955271"/>
              <a:gd name="connsiteX54" fmla="*/ 3493851 w 5741575"/>
              <a:gd name="connsiteY54" fmla="*/ 240255 h 955271"/>
              <a:gd name="connsiteX55" fmla="*/ 3537470 w 5741575"/>
              <a:gd name="connsiteY55" fmla="*/ 241867 h 955271"/>
              <a:gd name="connsiteX56" fmla="*/ 3610489 w 5741575"/>
              <a:gd name="connsiteY56" fmla="*/ 244128 h 955271"/>
              <a:gd name="connsiteX57" fmla="*/ 3667539 w 5741575"/>
              <a:gd name="connsiteY57" fmla="*/ 263271 h 955271"/>
              <a:gd name="connsiteX58" fmla="*/ 3727614 w 5741575"/>
              <a:gd name="connsiteY58" fmla="*/ 258245 h 955271"/>
              <a:gd name="connsiteX59" fmla="*/ 3738369 w 5741575"/>
              <a:gd name="connsiteY59" fmla="*/ 234506 h 955271"/>
              <a:gd name="connsiteX60" fmla="*/ 3803670 w 5741575"/>
              <a:gd name="connsiteY60" fmla="*/ 236457 h 955271"/>
              <a:gd name="connsiteX61" fmla="*/ 3903080 w 5741575"/>
              <a:gd name="connsiteY61" fmla="*/ 241890 h 955271"/>
              <a:gd name="connsiteX62" fmla="*/ 4114838 w 5741575"/>
              <a:gd name="connsiteY62" fmla="*/ 238165 h 955271"/>
              <a:gd name="connsiteX63" fmla="*/ 4271023 w 5741575"/>
              <a:gd name="connsiteY63" fmla="*/ 241959 h 955271"/>
              <a:gd name="connsiteX64" fmla="*/ 4367397 w 5741575"/>
              <a:gd name="connsiteY64" fmla="*/ 271442 h 955271"/>
              <a:gd name="connsiteX65" fmla="*/ 4495366 w 5741575"/>
              <a:gd name="connsiteY65" fmla="*/ 271618 h 955271"/>
              <a:gd name="connsiteX66" fmla="*/ 4517347 w 5741575"/>
              <a:gd name="connsiteY66" fmla="*/ 275639 h 955271"/>
              <a:gd name="connsiteX67" fmla="*/ 4546116 w 5741575"/>
              <a:gd name="connsiteY67" fmla="*/ 268568 h 955271"/>
              <a:gd name="connsiteX68" fmla="*/ 4661259 w 5741575"/>
              <a:gd name="connsiteY68" fmla="*/ 238966 h 955271"/>
              <a:gd name="connsiteX69" fmla="*/ 4750403 w 5741575"/>
              <a:gd name="connsiteY69" fmla="*/ 204364 h 955271"/>
              <a:gd name="connsiteX70" fmla="*/ 4867614 w 5741575"/>
              <a:gd name="connsiteY70" fmla="*/ 208668 h 955271"/>
              <a:gd name="connsiteX71" fmla="*/ 4937036 w 5741575"/>
              <a:gd name="connsiteY71" fmla="*/ 195446 h 955271"/>
              <a:gd name="connsiteX72" fmla="*/ 5047626 w 5741575"/>
              <a:gd name="connsiteY72" fmla="*/ 149604 h 955271"/>
              <a:gd name="connsiteX73" fmla="*/ 5200247 w 5741575"/>
              <a:gd name="connsiteY73" fmla="*/ 142695 h 955271"/>
              <a:gd name="connsiteX74" fmla="*/ 5235691 w 5741575"/>
              <a:gd name="connsiteY74" fmla="*/ 173330 h 955271"/>
              <a:gd name="connsiteX75" fmla="*/ 5280133 w 5741575"/>
              <a:gd name="connsiteY75" fmla="*/ 189342 h 955271"/>
              <a:gd name="connsiteX76" fmla="*/ 5291963 w 5741575"/>
              <a:gd name="connsiteY76" fmla="*/ 139446 h 955271"/>
              <a:gd name="connsiteX77" fmla="*/ 5418472 w 5741575"/>
              <a:gd name="connsiteY77" fmla="*/ 89163 h 955271"/>
              <a:gd name="connsiteX78" fmla="*/ 5482354 w 5741575"/>
              <a:gd name="connsiteY78" fmla="*/ 69470 h 955271"/>
              <a:gd name="connsiteX79" fmla="*/ 5583280 w 5741575"/>
              <a:gd name="connsiteY79" fmla="*/ 49787 h 955271"/>
              <a:gd name="connsiteX80" fmla="*/ 5613766 w 5741575"/>
              <a:gd name="connsiteY80" fmla="*/ 41855 h 955271"/>
              <a:gd name="connsiteX81" fmla="*/ 5684952 w 5741575"/>
              <a:gd name="connsiteY81" fmla="*/ 26088 h 955271"/>
              <a:gd name="connsiteX82" fmla="*/ 5741575 w 5741575"/>
              <a:gd name="connsiteY8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35691 w 5741575"/>
              <a:gd name="connsiteY73" fmla="*/ 173330 h 955271"/>
              <a:gd name="connsiteX74" fmla="*/ 5280133 w 5741575"/>
              <a:gd name="connsiteY74" fmla="*/ 189342 h 955271"/>
              <a:gd name="connsiteX75" fmla="*/ 5291963 w 5741575"/>
              <a:gd name="connsiteY75" fmla="*/ 139446 h 955271"/>
              <a:gd name="connsiteX76" fmla="*/ 5418472 w 5741575"/>
              <a:gd name="connsiteY76" fmla="*/ 89163 h 955271"/>
              <a:gd name="connsiteX77" fmla="*/ 5482354 w 5741575"/>
              <a:gd name="connsiteY77" fmla="*/ 69470 h 955271"/>
              <a:gd name="connsiteX78" fmla="*/ 5583280 w 5741575"/>
              <a:gd name="connsiteY78" fmla="*/ 49787 h 955271"/>
              <a:gd name="connsiteX79" fmla="*/ 5613766 w 5741575"/>
              <a:gd name="connsiteY79" fmla="*/ 41855 h 955271"/>
              <a:gd name="connsiteX80" fmla="*/ 5684952 w 5741575"/>
              <a:gd name="connsiteY80" fmla="*/ 26088 h 955271"/>
              <a:gd name="connsiteX81" fmla="*/ 5741575 w 5741575"/>
              <a:gd name="connsiteY8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35691 w 5741575"/>
              <a:gd name="connsiteY73" fmla="*/ 173330 h 955271"/>
              <a:gd name="connsiteX74" fmla="*/ 5280133 w 5741575"/>
              <a:gd name="connsiteY74" fmla="*/ 189342 h 955271"/>
              <a:gd name="connsiteX75" fmla="*/ 5291963 w 5741575"/>
              <a:gd name="connsiteY75" fmla="*/ 139446 h 955271"/>
              <a:gd name="connsiteX76" fmla="*/ 5418472 w 5741575"/>
              <a:gd name="connsiteY76" fmla="*/ 89163 h 955271"/>
              <a:gd name="connsiteX77" fmla="*/ 5482354 w 5741575"/>
              <a:gd name="connsiteY77" fmla="*/ 69470 h 955271"/>
              <a:gd name="connsiteX78" fmla="*/ 5583280 w 5741575"/>
              <a:gd name="connsiteY78" fmla="*/ 49787 h 955271"/>
              <a:gd name="connsiteX79" fmla="*/ 5613766 w 5741575"/>
              <a:gd name="connsiteY79" fmla="*/ 41855 h 955271"/>
              <a:gd name="connsiteX80" fmla="*/ 5684952 w 5741575"/>
              <a:gd name="connsiteY80" fmla="*/ 26088 h 955271"/>
              <a:gd name="connsiteX81" fmla="*/ 5741575 w 5741575"/>
              <a:gd name="connsiteY8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35691 w 5741575"/>
              <a:gd name="connsiteY73" fmla="*/ 173330 h 955271"/>
              <a:gd name="connsiteX74" fmla="*/ 5291963 w 5741575"/>
              <a:gd name="connsiteY74" fmla="*/ 139446 h 955271"/>
              <a:gd name="connsiteX75" fmla="*/ 5418472 w 5741575"/>
              <a:gd name="connsiteY75" fmla="*/ 89163 h 955271"/>
              <a:gd name="connsiteX76" fmla="*/ 5482354 w 5741575"/>
              <a:gd name="connsiteY76" fmla="*/ 69470 h 955271"/>
              <a:gd name="connsiteX77" fmla="*/ 5583280 w 5741575"/>
              <a:gd name="connsiteY77" fmla="*/ 49787 h 955271"/>
              <a:gd name="connsiteX78" fmla="*/ 5613766 w 5741575"/>
              <a:gd name="connsiteY78" fmla="*/ 41855 h 955271"/>
              <a:gd name="connsiteX79" fmla="*/ 5684952 w 5741575"/>
              <a:gd name="connsiteY79" fmla="*/ 26088 h 955271"/>
              <a:gd name="connsiteX80" fmla="*/ 5741575 w 5741575"/>
              <a:gd name="connsiteY80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95264 w 5741575"/>
              <a:gd name="connsiteY51" fmla="*/ 293158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48998 w 5741575"/>
              <a:gd name="connsiteY50" fmla="*/ 315286 h 955271"/>
              <a:gd name="connsiteX51" fmla="*/ 3195264 w 5741575"/>
              <a:gd name="connsiteY51" fmla="*/ 293158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77227 w 5741575"/>
              <a:gd name="connsiteY44" fmla="*/ 368972 h 955271"/>
              <a:gd name="connsiteX45" fmla="*/ 2824768 w 5741575"/>
              <a:gd name="connsiteY45" fmla="*/ 361652 h 955271"/>
              <a:gd name="connsiteX46" fmla="*/ 2885545 w 5741575"/>
              <a:gd name="connsiteY46" fmla="*/ 372818 h 955271"/>
              <a:gd name="connsiteX47" fmla="*/ 3009558 w 5741575"/>
              <a:gd name="connsiteY47" fmla="*/ 370573 h 955271"/>
              <a:gd name="connsiteX48" fmla="*/ 3095010 w 5741575"/>
              <a:gd name="connsiteY48" fmla="*/ 332454 h 955271"/>
              <a:gd name="connsiteX49" fmla="*/ 3148998 w 5741575"/>
              <a:gd name="connsiteY49" fmla="*/ 315286 h 955271"/>
              <a:gd name="connsiteX50" fmla="*/ 3195264 w 5741575"/>
              <a:gd name="connsiteY50" fmla="*/ 293158 h 955271"/>
              <a:gd name="connsiteX51" fmla="*/ 3373785 w 5741575"/>
              <a:gd name="connsiteY51" fmla="*/ 255680 h 955271"/>
              <a:gd name="connsiteX52" fmla="*/ 3493851 w 5741575"/>
              <a:gd name="connsiteY52" fmla="*/ 240255 h 955271"/>
              <a:gd name="connsiteX53" fmla="*/ 3537470 w 5741575"/>
              <a:gd name="connsiteY53" fmla="*/ 241867 h 955271"/>
              <a:gd name="connsiteX54" fmla="*/ 3610489 w 5741575"/>
              <a:gd name="connsiteY54" fmla="*/ 244128 h 955271"/>
              <a:gd name="connsiteX55" fmla="*/ 3667539 w 5741575"/>
              <a:gd name="connsiteY55" fmla="*/ 263271 h 955271"/>
              <a:gd name="connsiteX56" fmla="*/ 3727614 w 5741575"/>
              <a:gd name="connsiteY56" fmla="*/ 258245 h 955271"/>
              <a:gd name="connsiteX57" fmla="*/ 3738369 w 5741575"/>
              <a:gd name="connsiteY57" fmla="*/ 234506 h 955271"/>
              <a:gd name="connsiteX58" fmla="*/ 3803670 w 5741575"/>
              <a:gd name="connsiteY58" fmla="*/ 236457 h 955271"/>
              <a:gd name="connsiteX59" fmla="*/ 3903080 w 5741575"/>
              <a:gd name="connsiteY59" fmla="*/ 241890 h 955271"/>
              <a:gd name="connsiteX60" fmla="*/ 4114838 w 5741575"/>
              <a:gd name="connsiteY60" fmla="*/ 238165 h 955271"/>
              <a:gd name="connsiteX61" fmla="*/ 4271023 w 5741575"/>
              <a:gd name="connsiteY61" fmla="*/ 241959 h 955271"/>
              <a:gd name="connsiteX62" fmla="*/ 4367397 w 5741575"/>
              <a:gd name="connsiteY62" fmla="*/ 271442 h 955271"/>
              <a:gd name="connsiteX63" fmla="*/ 4495366 w 5741575"/>
              <a:gd name="connsiteY63" fmla="*/ 271618 h 955271"/>
              <a:gd name="connsiteX64" fmla="*/ 4517347 w 5741575"/>
              <a:gd name="connsiteY64" fmla="*/ 275639 h 955271"/>
              <a:gd name="connsiteX65" fmla="*/ 4546116 w 5741575"/>
              <a:gd name="connsiteY65" fmla="*/ 268568 h 955271"/>
              <a:gd name="connsiteX66" fmla="*/ 4661259 w 5741575"/>
              <a:gd name="connsiteY66" fmla="*/ 238966 h 955271"/>
              <a:gd name="connsiteX67" fmla="*/ 4750403 w 5741575"/>
              <a:gd name="connsiteY67" fmla="*/ 204364 h 955271"/>
              <a:gd name="connsiteX68" fmla="*/ 4867614 w 5741575"/>
              <a:gd name="connsiteY68" fmla="*/ 208668 h 955271"/>
              <a:gd name="connsiteX69" fmla="*/ 4937036 w 5741575"/>
              <a:gd name="connsiteY69" fmla="*/ 195446 h 955271"/>
              <a:gd name="connsiteX70" fmla="*/ 5067740 w 5741575"/>
              <a:gd name="connsiteY70" fmla="*/ 172293 h 955271"/>
              <a:gd name="connsiteX71" fmla="*/ 5200247 w 5741575"/>
              <a:gd name="connsiteY71" fmla="*/ 142695 h 955271"/>
              <a:gd name="connsiteX72" fmla="*/ 5291963 w 5741575"/>
              <a:gd name="connsiteY72" fmla="*/ 139446 h 955271"/>
              <a:gd name="connsiteX73" fmla="*/ 5418472 w 5741575"/>
              <a:gd name="connsiteY73" fmla="*/ 89163 h 955271"/>
              <a:gd name="connsiteX74" fmla="*/ 5482354 w 5741575"/>
              <a:gd name="connsiteY74" fmla="*/ 69470 h 955271"/>
              <a:gd name="connsiteX75" fmla="*/ 5583280 w 5741575"/>
              <a:gd name="connsiteY75" fmla="*/ 49787 h 955271"/>
              <a:gd name="connsiteX76" fmla="*/ 5613766 w 5741575"/>
              <a:gd name="connsiteY76" fmla="*/ 41855 h 955271"/>
              <a:gd name="connsiteX77" fmla="*/ 5684952 w 5741575"/>
              <a:gd name="connsiteY77" fmla="*/ 26088 h 955271"/>
              <a:gd name="connsiteX78" fmla="*/ 5741575 w 5741575"/>
              <a:gd name="connsiteY7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91963 w 5741575"/>
              <a:gd name="connsiteY71" fmla="*/ 139446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91963 w 5741575"/>
              <a:gd name="connsiteY71" fmla="*/ 139446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373216 w 5741575"/>
              <a:gd name="connsiteY72" fmla="*/ 102777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373216 w 5741575"/>
              <a:gd name="connsiteY72" fmla="*/ 111851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373216 w 5741575"/>
              <a:gd name="connsiteY72" fmla="*/ 111851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5741575" h="955271">
                <a:moveTo>
                  <a:pt x="5741575" y="0"/>
                </a:moveTo>
                <a:lnTo>
                  <a:pt x="5741575" y="955271"/>
                </a:lnTo>
                <a:lnTo>
                  <a:pt x="0" y="955271"/>
                </a:lnTo>
                <a:lnTo>
                  <a:pt x="8558" y="953971"/>
                </a:lnTo>
                <a:lnTo>
                  <a:pt x="16894" y="953847"/>
                </a:lnTo>
                <a:cubicBezTo>
                  <a:pt x="22474" y="953361"/>
                  <a:pt x="25973" y="952524"/>
                  <a:pt x="28156" y="951374"/>
                </a:cubicBezTo>
                <a:cubicBezTo>
                  <a:pt x="28201" y="951240"/>
                  <a:pt x="28247" y="951105"/>
                  <a:pt x="28293" y="950971"/>
                </a:cubicBezTo>
                <a:lnTo>
                  <a:pt x="59229" y="903950"/>
                </a:lnTo>
                <a:cubicBezTo>
                  <a:pt x="79290" y="895144"/>
                  <a:pt x="126084" y="908630"/>
                  <a:pt x="148657" y="898134"/>
                </a:cubicBezTo>
                <a:cubicBezTo>
                  <a:pt x="172173" y="896348"/>
                  <a:pt x="191809" y="908449"/>
                  <a:pt x="174554" y="886351"/>
                </a:cubicBezTo>
                <a:cubicBezTo>
                  <a:pt x="182014" y="885083"/>
                  <a:pt x="185699" y="882087"/>
                  <a:pt x="187633" y="878226"/>
                </a:cubicBezTo>
                <a:cubicBezTo>
                  <a:pt x="187742" y="877663"/>
                  <a:pt x="187852" y="877101"/>
                  <a:pt x="187961" y="876538"/>
                </a:cubicBezTo>
                <a:lnTo>
                  <a:pt x="240501" y="873150"/>
                </a:lnTo>
                <a:lnTo>
                  <a:pt x="246345" y="869942"/>
                </a:lnTo>
                <a:lnTo>
                  <a:pt x="306299" y="873609"/>
                </a:lnTo>
                <a:cubicBezTo>
                  <a:pt x="312531" y="875279"/>
                  <a:pt x="320316" y="874896"/>
                  <a:pt x="331571" y="869866"/>
                </a:cubicBezTo>
                <a:lnTo>
                  <a:pt x="384157" y="867971"/>
                </a:lnTo>
                <a:lnTo>
                  <a:pt x="477637" y="870334"/>
                </a:lnTo>
                <a:cubicBezTo>
                  <a:pt x="485456" y="872042"/>
                  <a:pt x="563433" y="825458"/>
                  <a:pt x="570239" y="829596"/>
                </a:cubicBezTo>
                <a:cubicBezTo>
                  <a:pt x="641939" y="824282"/>
                  <a:pt x="685473" y="832029"/>
                  <a:pt x="772070" y="820296"/>
                </a:cubicBezTo>
                <a:cubicBezTo>
                  <a:pt x="833120" y="817018"/>
                  <a:pt x="871984" y="794388"/>
                  <a:pt x="948872" y="772201"/>
                </a:cubicBezTo>
                <a:cubicBezTo>
                  <a:pt x="1011630" y="801590"/>
                  <a:pt x="1039188" y="762914"/>
                  <a:pt x="1127089" y="746926"/>
                </a:cubicBezTo>
                <a:cubicBezTo>
                  <a:pt x="1186739" y="737882"/>
                  <a:pt x="1185110" y="732158"/>
                  <a:pt x="1226314" y="722473"/>
                </a:cubicBezTo>
                <a:cubicBezTo>
                  <a:pt x="1234331" y="718091"/>
                  <a:pt x="1271693" y="717214"/>
                  <a:pt x="1278773" y="711503"/>
                </a:cubicBezTo>
                <a:lnTo>
                  <a:pt x="1317691" y="708529"/>
                </a:lnTo>
                <a:lnTo>
                  <a:pt x="1360404" y="675922"/>
                </a:lnTo>
                <a:lnTo>
                  <a:pt x="1412292" y="670793"/>
                </a:lnTo>
                <a:lnTo>
                  <a:pt x="1494753" y="644686"/>
                </a:lnTo>
                <a:cubicBezTo>
                  <a:pt x="1542884" y="655944"/>
                  <a:pt x="1556151" y="606226"/>
                  <a:pt x="1616217" y="622107"/>
                </a:cubicBezTo>
                <a:cubicBezTo>
                  <a:pt x="1637755" y="624837"/>
                  <a:pt x="1701030" y="614257"/>
                  <a:pt x="1710928" y="600666"/>
                </a:cubicBezTo>
                <a:cubicBezTo>
                  <a:pt x="1723693" y="596072"/>
                  <a:pt x="1739861" y="597834"/>
                  <a:pt x="1743718" y="584327"/>
                </a:cubicBezTo>
                <a:cubicBezTo>
                  <a:pt x="1770860" y="572571"/>
                  <a:pt x="1832996" y="545585"/>
                  <a:pt x="1873778" y="530130"/>
                </a:cubicBezTo>
                <a:cubicBezTo>
                  <a:pt x="1902425" y="541995"/>
                  <a:pt x="1929013" y="504913"/>
                  <a:pt x="1988411" y="491599"/>
                </a:cubicBezTo>
                <a:cubicBezTo>
                  <a:pt x="2020077" y="505546"/>
                  <a:pt x="2028363" y="482381"/>
                  <a:pt x="2085507" y="498527"/>
                </a:cubicBezTo>
                <a:cubicBezTo>
                  <a:pt x="2086719" y="495769"/>
                  <a:pt x="2088490" y="493104"/>
                  <a:pt x="2090767" y="490616"/>
                </a:cubicBezTo>
                <a:cubicBezTo>
                  <a:pt x="2103992" y="476161"/>
                  <a:pt x="2131025" y="470659"/>
                  <a:pt x="2151143" y="478332"/>
                </a:cubicBezTo>
                <a:cubicBezTo>
                  <a:pt x="2240088" y="497642"/>
                  <a:pt x="2310118" y="483043"/>
                  <a:pt x="2378710" y="477570"/>
                </a:cubicBezTo>
                <a:cubicBezTo>
                  <a:pt x="2454975" y="467585"/>
                  <a:pt x="2391576" y="437831"/>
                  <a:pt x="2496256" y="452396"/>
                </a:cubicBezTo>
                <a:cubicBezTo>
                  <a:pt x="2501503" y="436899"/>
                  <a:pt x="2513119" y="433980"/>
                  <a:pt x="2535387" y="436645"/>
                </a:cubicBezTo>
                <a:cubicBezTo>
                  <a:pt x="2572084" y="430778"/>
                  <a:pt x="2557124" y="397207"/>
                  <a:pt x="2601109" y="410678"/>
                </a:cubicBezTo>
                <a:cubicBezTo>
                  <a:pt x="2588000" y="393616"/>
                  <a:pt x="2667428" y="390302"/>
                  <a:pt x="2643855" y="374482"/>
                </a:cubicBezTo>
                <a:cubicBezTo>
                  <a:pt x="2648277" y="369169"/>
                  <a:pt x="2645486" y="367874"/>
                  <a:pt x="2657726" y="365841"/>
                </a:cubicBezTo>
                <a:cubicBezTo>
                  <a:pt x="2669966" y="363808"/>
                  <a:pt x="2707566" y="363569"/>
                  <a:pt x="2717296" y="362282"/>
                </a:cubicBezTo>
                <a:lnTo>
                  <a:pt x="2777227" y="368972"/>
                </a:lnTo>
                <a:lnTo>
                  <a:pt x="2824768" y="361652"/>
                </a:lnTo>
                <a:lnTo>
                  <a:pt x="2885545" y="372818"/>
                </a:lnTo>
                <a:cubicBezTo>
                  <a:pt x="2905895" y="352581"/>
                  <a:pt x="2948591" y="377825"/>
                  <a:pt x="3009558" y="370573"/>
                </a:cubicBezTo>
                <a:cubicBezTo>
                  <a:pt x="3031640" y="347442"/>
                  <a:pt x="3050695" y="365935"/>
                  <a:pt x="3095010" y="332454"/>
                </a:cubicBezTo>
                <a:cubicBezTo>
                  <a:pt x="3097485" y="334582"/>
                  <a:pt x="3132289" y="321835"/>
                  <a:pt x="3148998" y="315286"/>
                </a:cubicBezTo>
                <a:cubicBezTo>
                  <a:pt x="3165707" y="308737"/>
                  <a:pt x="3180646" y="306766"/>
                  <a:pt x="3195264" y="293158"/>
                </a:cubicBezTo>
                <a:cubicBezTo>
                  <a:pt x="3267122" y="246372"/>
                  <a:pt x="3308286" y="273118"/>
                  <a:pt x="3373785" y="255680"/>
                </a:cubicBezTo>
                <a:cubicBezTo>
                  <a:pt x="3448540" y="239861"/>
                  <a:pt x="3405238" y="287846"/>
                  <a:pt x="3493851" y="240255"/>
                </a:cubicBezTo>
                <a:cubicBezTo>
                  <a:pt x="3506326" y="252723"/>
                  <a:pt x="3518405" y="251593"/>
                  <a:pt x="3537470" y="241867"/>
                </a:cubicBezTo>
                <a:cubicBezTo>
                  <a:pt x="3573967" y="235226"/>
                  <a:pt x="3576893" y="270855"/>
                  <a:pt x="3610489" y="244128"/>
                </a:cubicBezTo>
                <a:cubicBezTo>
                  <a:pt x="3606935" y="264036"/>
                  <a:pt x="3681284" y="241075"/>
                  <a:pt x="3667539" y="263271"/>
                </a:cubicBezTo>
                <a:cubicBezTo>
                  <a:pt x="3694251" y="276940"/>
                  <a:pt x="3701441" y="246803"/>
                  <a:pt x="3727614" y="258245"/>
                </a:cubicBezTo>
                <a:cubicBezTo>
                  <a:pt x="3754952" y="257751"/>
                  <a:pt x="3708960" y="240314"/>
                  <a:pt x="3738369" y="234506"/>
                </a:cubicBezTo>
                <a:cubicBezTo>
                  <a:pt x="3774580" y="230879"/>
                  <a:pt x="3768868" y="196201"/>
                  <a:pt x="3803670" y="236457"/>
                </a:cubicBezTo>
                <a:cubicBezTo>
                  <a:pt x="3839567" y="220301"/>
                  <a:pt x="3850064" y="239151"/>
                  <a:pt x="3903080" y="241890"/>
                </a:cubicBezTo>
                <a:cubicBezTo>
                  <a:pt x="3954941" y="242175"/>
                  <a:pt x="4053514" y="238154"/>
                  <a:pt x="4114838" y="238165"/>
                </a:cubicBezTo>
                <a:cubicBezTo>
                  <a:pt x="4173784" y="217210"/>
                  <a:pt x="4209756" y="243378"/>
                  <a:pt x="4271023" y="241959"/>
                </a:cubicBezTo>
                <a:cubicBezTo>
                  <a:pt x="4326191" y="205535"/>
                  <a:pt x="4316856" y="279258"/>
                  <a:pt x="4367397" y="271442"/>
                </a:cubicBezTo>
                <a:cubicBezTo>
                  <a:pt x="4420874" y="271391"/>
                  <a:pt x="4369000" y="295343"/>
                  <a:pt x="4495366" y="271618"/>
                </a:cubicBezTo>
                <a:cubicBezTo>
                  <a:pt x="4501905" y="266287"/>
                  <a:pt x="4518077" y="269240"/>
                  <a:pt x="4517347" y="275639"/>
                </a:cubicBezTo>
                <a:cubicBezTo>
                  <a:pt x="4525170" y="272832"/>
                  <a:pt x="4542809" y="258800"/>
                  <a:pt x="4546116" y="268568"/>
                </a:cubicBezTo>
                <a:cubicBezTo>
                  <a:pt x="4586961" y="265354"/>
                  <a:pt x="4626617" y="255160"/>
                  <a:pt x="4661259" y="238966"/>
                </a:cubicBezTo>
                <a:cubicBezTo>
                  <a:pt x="4741966" y="247639"/>
                  <a:pt x="4693066" y="205693"/>
                  <a:pt x="4750403" y="204364"/>
                </a:cubicBezTo>
                <a:cubicBezTo>
                  <a:pt x="4798501" y="219113"/>
                  <a:pt x="4813319" y="201253"/>
                  <a:pt x="4867614" y="208668"/>
                </a:cubicBezTo>
                <a:cubicBezTo>
                  <a:pt x="4881621" y="174373"/>
                  <a:pt x="4917566" y="206761"/>
                  <a:pt x="4937036" y="195446"/>
                </a:cubicBezTo>
                <a:cubicBezTo>
                  <a:pt x="4974214" y="229763"/>
                  <a:pt x="5033435" y="175163"/>
                  <a:pt x="5067740" y="172293"/>
                </a:cubicBezTo>
                <a:cubicBezTo>
                  <a:pt x="5126160" y="173265"/>
                  <a:pt x="5172786" y="183138"/>
                  <a:pt x="5200247" y="142695"/>
                </a:cubicBezTo>
                <a:cubicBezTo>
                  <a:pt x="5240970" y="141002"/>
                  <a:pt x="5240507" y="134755"/>
                  <a:pt x="5276878" y="125833"/>
                </a:cubicBezTo>
                <a:cubicBezTo>
                  <a:pt x="5316470" y="106736"/>
                  <a:pt x="5327221" y="110178"/>
                  <a:pt x="5373216" y="111851"/>
                </a:cubicBezTo>
                <a:cubicBezTo>
                  <a:pt x="5382801" y="84741"/>
                  <a:pt x="5419294" y="93078"/>
                  <a:pt x="5482354" y="69470"/>
                </a:cubicBezTo>
                <a:cubicBezTo>
                  <a:pt x="5507119" y="85574"/>
                  <a:pt x="5545363" y="52240"/>
                  <a:pt x="5583280" y="49787"/>
                </a:cubicBezTo>
                <a:cubicBezTo>
                  <a:pt x="5589344" y="36484"/>
                  <a:pt x="5598103" y="36349"/>
                  <a:pt x="5613766" y="41855"/>
                </a:cubicBezTo>
                <a:cubicBezTo>
                  <a:pt x="5636621" y="41086"/>
                  <a:pt x="5660728" y="35034"/>
                  <a:pt x="5684952" y="26088"/>
                </a:cubicBezTo>
                <a:lnTo>
                  <a:pt x="5741575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8D91DE60-2C2D-4D7E-A6B4-C9499017D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82623" y="6128773"/>
            <a:ext cx="1201506" cy="365125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9EA3C-F858-5462-E386-CD2D8F5AD789}"/>
              </a:ext>
            </a:extLst>
          </p:cNvPr>
          <p:cNvSpPr txBox="1">
            <a:spLocks/>
          </p:cNvSpPr>
          <p:nvPr/>
        </p:nvSpPr>
        <p:spPr>
          <a:xfrm>
            <a:off x="316109" y="2354771"/>
            <a:ext cx="6999091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1. Кириллина Ю.В., Семичастнов И.А. Моделирование бизнес‑процессов. — М.: РТУ МИРЭА, 2022.</a:t>
            </a:r>
          </a:p>
          <a:p>
            <a:r>
              <a:rPr lang="ru-RU" dirty="0"/>
              <a:t>2. Кириллина Ю.В. и др. Моделирование бизнес‑процессов: рабочая тетрадь. — М.: РТУ МИРЭА, 2023.</a:t>
            </a:r>
          </a:p>
          <a:p>
            <a:r>
              <a:rPr lang="ru-RU" dirty="0"/>
              <a:t>3. Долганова О.И. и др. Моделирование бизнес‑процессов. — М.: </a:t>
            </a:r>
            <a:r>
              <a:rPr lang="ru-RU" dirty="0" err="1"/>
              <a:t>Юрайт</a:t>
            </a:r>
            <a:r>
              <a:rPr lang="ru-RU" dirty="0"/>
              <a:t>, 2020.</a:t>
            </a:r>
          </a:p>
        </p:txBody>
      </p:sp>
      <p:pic>
        <p:nvPicPr>
          <p:cNvPr id="8" name="Рисунок 7" descr="Изображение выглядит как книжный шкаф, Публикация, Стеллаж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DB921C7-C01D-1193-D539-4B3109F81E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71" r="46323"/>
          <a:stretch>
            <a:fillRect/>
          </a:stretch>
        </p:blipFill>
        <p:spPr>
          <a:xfrm>
            <a:off x="7590703" y="619584"/>
            <a:ext cx="4010943" cy="5627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0832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144</Words>
  <Application>Microsoft Office PowerPoint</Application>
  <PresentationFormat>Широкоэкранный</PresentationFormat>
  <Paragraphs>14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Symbol</vt:lpstr>
      <vt:lpstr>Тема Office</vt:lpstr>
      <vt:lpstr>Моделирование бизнес-процесса «Мятное желе»</vt:lpstr>
      <vt:lpstr>Презентация PowerPoint</vt:lpstr>
      <vt:lpstr>Презентация PowerPoint</vt:lpstr>
      <vt:lpstr>Подпроцесс: «Приготовить основу для желе»</vt:lpstr>
      <vt:lpstr>Список используемых источников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VeX EveryOne</dc:creator>
  <cp:lastModifiedBy>VeX EveryOne</cp:lastModifiedBy>
  <cp:revision>8</cp:revision>
  <dcterms:created xsi:type="dcterms:W3CDTF">2025-09-17T10:17:01Z</dcterms:created>
  <dcterms:modified xsi:type="dcterms:W3CDTF">2025-11-05T10:59:35Z</dcterms:modified>
</cp:coreProperties>
</file>