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151056f0f4348" /><Relationship Type="http://schemas.openxmlformats.org/officeDocument/2006/relationships/extended-properties" Target="/docProps/app.xml" Id="R98a6269751c14de0" /><Relationship Type="http://schemas.openxmlformats.org/officeDocument/2006/relationships/officeDocument" Target="/ppt/presentation.xml" Id="Rf6fa9fd3c3cd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c088c354c4050"/>
  </p:sldMasterIdLst>
  <p:notesMasterIdLst>
    <p:notesMasterId xmlns:r="http://schemas.openxmlformats.org/officeDocument/2006/relationships" r:id="R374209ecdc0e4620"/>
  </p:notesMasterIdLst>
  <p:sldIdLst>
    <p:sldId xmlns:r="http://schemas.openxmlformats.org/officeDocument/2006/relationships" id="256" r:id="R597995d9b8be408e"/>
    <p:sldId xmlns:r="http://schemas.openxmlformats.org/officeDocument/2006/relationships" id="257" r:id="R4d90037991e24fe6"/>
    <p:sldId xmlns:r="http://schemas.openxmlformats.org/officeDocument/2006/relationships" id="258" r:id="R1045a451383d49dc"/>
    <p:sldId xmlns:r="http://schemas.openxmlformats.org/officeDocument/2006/relationships" id="259" r:id="Re2dd20a8b62f4eb4"/>
    <p:sldId xmlns:r="http://schemas.openxmlformats.org/officeDocument/2006/relationships" id="260" r:id="R7107f24eca4c4f4a"/>
    <p:sldId xmlns:r="http://schemas.openxmlformats.org/officeDocument/2006/relationships" id="261" r:id="R4885f71b167d45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c4d5d296b4251" /><Relationship Type="http://schemas.openxmlformats.org/officeDocument/2006/relationships/slideMaster" Target="/ppt/slideMasters/slideMaster1.xml" Id="Rcc0c088c354c4050" /><Relationship Type="http://schemas.openxmlformats.org/officeDocument/2006/relationships/notesMaster" Target="/ppt/notesMasters/notesMaster1.xml" Id="R374209ecdc0e4620" /><Relationship Type="http://schemas.openxmlformats.org/officeDocument/2006/relationships/presProps" Target="/ppt/presProps.xml" Id="R4ff996fdd1bf4ed4" /><Relationship Type="http://schemas.openxmlformats.org/officeDocument/2006/relationships/tableStyles" Target="/ppt/tableStyles.xml" Id="R7bbe1614e89e4d04" /><Relationship Type="http://schemas.openxmlformats.org/officeDocument/2006/relationships/slide" Target="/ppt/slides/slide1.xml" Id="R597995d9b8be408e" /><Relationship Type="http://schemas.openxmlformats.org/officeDocument/2006/relationships/slide" Target="/ppt/slides/slide2.xml" Id="R4d90037991e24fe6" /><Relationship Type="http://schemas.openxmlformats.org/officeDocument/2006/relationships/slide" Target="/ppt/slides/slide3.xml" Id="R1045a451383d49dc" /><Relationship Type="http://schemas.openxmlformats.org/officeDocument/2006/relationships/slide" Target="/ppt/slides/slide4.xml" Id="Re2dd20a8b62f4eb4" /><Relationship Type="http://schemas.openxmlformats.org/officeDocument/2006/relationships/slide" Target="/ppt/slides/slide5.xml" Id="R7107f24eca4c4f4a" /><Relationship Type="http://schemas.openxmlformats.org/officeDocument/2006/relationships/slide" Target="/ppt/slides/slide6.xml" Id="R4885f71b167d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bf1d3dc244a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8e3aa36114cea" /><Relationship Type="http://schemas.openxmlformats.org/officeDocument/2006/relationships/notesMaster" Target="/ppt/notesMasters/notesMaster1.xml" Id="R27c8c38751dd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5d252db90e46c6" /><Relationship Type="http://schemas.openxmlformats.org/officeDocument/2006/relationships/notesMaster" Target="/ppt/notesMasters/notesMaster1.xml" Id="Ra0cf2e83fa7c43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cedc6ca45484c" /><Relationship Type="http://schemas.openxmlformats.org/officeDocument/2006/relationships/notesMaster" Target="/ppt/notesMasters/notesMaster1.xml" Id="R7eae8a5d95964f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df48535564225" /><Relationship Type="http://schemas.openxmlformats.org/officeDocument/2006/relationships/notesMaster" Target="/ppt/notesMasters/notesMaster1.xml" Id="R181ad80b10c1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95f6004c6046ad" /><Relationship Type="http://schemas.openxmlformats.org/officeDocument/2006/relationships/notesMaster" Target="/ppt/notesMasters/notesMaster1.xml" Id="Rbc04c88096c5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d5b54ba7274aed" /><Relationship Type="http://schemas.openxmlformats.org/officeDocument/2006/relationships/notesMaster" Target="/ppt/notesMasters/notesMaster1.xml" Id="Rf2ae558a3acc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faa07ff7e4b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e645d7e7248e0" /><Relationship Type="http://schemas.openxmlformats.org/officeDocument/2006/relationships/slideLayout" Target="/ppt/slideLayouts/slideLayout1.xml" Id="R0721a03e40e2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21a03e40e2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912434be541bb" /><Relationship Type="http://schemas.openxmlformats.org/officeDocument/2006/relationships/notesSlide" Target="/ppt/notesSlides/notesSlide1.xml" Id="R04a2ed2f081949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13ba7227c43ac" /><Relationship Type="http://schemas.openxmlformats.org/officeDocument/2006/relationships/notesSlide" Target="/ppt/notesSlides/notesSlide2.xml" Id="R92da17a7a25e42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eb9c5345e4e02" /><Relationship Type="http://schemas.openxmlformats.org/officeDocument/2006/relationships/notesSlide" Target="/ppt/notesSlides/notesSlide3.xml" Id="Rac7715a9b177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bd567c503457c" /><Relationship Type="http://schemas.openxmlformats.org/officeDocument/2006/relationships/notesSlide" Target="/ppt/notesSlides/notesSlide4.xml" Id="R262963baffb548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e96dacc844a4" /><Relationship Type="http://schemas.openxmlformats.org/officeDocument/2006/relationships/notesSlide" Target="/ppt/notesSlides/notesSlide5.xml" Id="R66b6c10eb51d41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9e4abca4e4652" /><Relationship Type="http://schemas.openxmlformats.org/officeDocument/2006/relationships/notesSlide" Target="/ppt/notesSlides/notesSlide6.xml" Id="Rff3b94979c6f46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7BA27-C548-4775-9B4E-DC4B295F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A8815-884A-4083-9C6B-2918957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Математическое обеспечение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B6711-A23F-471F-92F6-2CF1AE22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Цена, масса и выбор предложений рассчитываются для конкретной версии BOM.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08839-3B5C-4609-B3BA-81D049B3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428632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70990-CFE5-4081-AEB3-BCCDC57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Учебный расчёт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5143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Комплектующие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77 500 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Сборка и упаковка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1 200 + 300 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Себестоимость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79 000 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Наценка и шаг цены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25% и 100 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Итоговая цена / масса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98 800 ₽ / 10,250 кг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09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47D40-1B66-4245-AED4-9DE899F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Формулы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CDA8E-1E3F-4631-B885-0F60DA4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 = стоимость комплектующих + сборка + упаковка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48A6B-0452-46B7-A68D-AB987D0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 = ceil(C × (1 + m) / s) ×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B599F-656A-4F15-906B-17F6670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W = масса корпуса + масса слотов + упаковка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95D52-0DF8-43E3-8140-2221EE5F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Комиссия, налоги и доставка в учебный расчёт не включены.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545991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12B86-147E-4A0C-8A0C-68C47BA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предложения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5F25B-7647-40EA-9E4A-64AF3014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Разрешить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группу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E564C-6D58-47C1-A0AE-6E30FBC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058F-F98D-414C-8C77-B60B7EF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совместимость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D0FA8-7EDF-4B97-B765-BFA8798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76AA9-C23B-4A08-B180-99551C88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Отсеять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устаревшие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BDD05-EAD7-4306-A928-4C55C096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DC723-7F79-4404-AC68-3108A3E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Выбрать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 приоритету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7509E-09F6-4132-8B3D-A48329E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Далее учитываются цена, дата и ID. Закреплённый SKU ограничивает множество кандидатов.</a:t>
            </a:r>
          </a:p>
        </p:txBody>
      </p:sp>
    </p:spTree>
    <p:extLst>
      <p:ext uri="{BB962C8B-B14F-4D97-AF65-F5344CB8AC3E}">
        <p14:creationId xmlns:p14="http://schemas.microsoft.com/office/powerpoint/2010/main" val="1916132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001BB-9F00-4056-A3B1-7EC0193E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Массовая замена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47A88-9990-4F98-B580-69EEAAB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Предпросмотр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70A59-4034-4126-B6E6-FADD596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87532-E5D9-4EA7-96B3-274CBFF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5D6C2-D204-49DC-B33F-3254684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2CD8E-5F10-4C6C-B047-870438DF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08F5B-1036-42D6-A800-A56C9B3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A2E5D-D1B6-45C7-A66E-F52D1B59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Новая BOM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пересчёт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50F54-8D55-4674-BC31-4B9FB29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Одна транзакция на BOM. Конфликт откатывает только её изменение. Успешные карточки становятся STALE.</a:t>
            </a:r>
          </a:p>
        </p:txBody>
      </p:sp>
    </p:spTree>
    <p:extLst>
      <p:ext uri="{BB962C8B-B14F-4D97-AF65-F5344CB8AC3E}">
        <p14:creationId xmlns:p14="http://schemas.microsoft.com/office/powerpoint/2010/main" val="1946760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81765-A7F3-4E2B-80A5-0A80789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Граничные случаи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C948F-3908-4275-A158-1E027D3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Пустой состав и неизвестная масса блокируют готовность.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2A969-9591-4E8E-ACA4-23F8053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отсутствии наблюдений показатель выводится как «нет данных».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A1F93-C54A-46AE-84A6-3D204EE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Возраст предложения не должен быть отрицательным или превышать TTL.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A4EDD-A1C3-4C8C-85EA-C39EC87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Производительность пакета 1000 BOM пока является целевым требованием.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158597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2026-09-17T13:02:38.9580000Z</dcterms:created>
  <dcterms:modified xsi:type="dcterms:W3CDTF">2026-09-17T13:02:38.9580000Z</dcterms:modified>
</coreProperties>
</file>