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93ed716ee84184" /><Relationship Type="http://schemas.openxmlformats.org/officeDocument/2006/relationships/extended-properties" Target="/docProps/app.xml" Id="R1cdd9e36640149f9" /><Relationship Type="http://schemas.openxmlformats.org/officeDocument/2006/relationships/officeDocument" Target="/ppt/presentation.xml" Id="R8215618aa26c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92f9c95b84e3c"/>
  </p:sldMasterIdLst>
  <p:notesMasterIdLst>
    <p:notesMasterId xmlns:r="http://schemas.openxmlformats.org/officeDocument/2006/relationships" r:id="Rb4d10fc062654540"/>
  </p:notesMasterIdLst>
  <p:sldIdLst>
    <p:sldId xmlns:r="http://schemas.openxmlformats.org/officeDocument/2006/relationships" id="256" r:id="R5e6bad7d91c8490d"/>
    <p:sldId xmlns:r="http://schemas.openxmlformats.org/officeDocument/2006/relationships" id="257" r:id="R4727ca9e8b044c60"/>
    <p:sldId xmlns:r="http://schemas.openxmlformats.org/officeDocument/2006/relationships" id="258" r:id="R2b57a35ba55e41b2"/>
    <p:sldId xmlns:r="http://schemas.openxmlformats.org/officeDocument/2006/relationships" id="259" r:id="Rd3421a50f7dd4728"/>
    <p:sldId xmlns:r="http://schemas.openxmlformats.org/officeDocument/2006/relationships" id="260" r:id="Rd1909418e4e14301"/>
    <p:sldId xmlns:r="http://schemas.openxmlformats.org/officeDocument/2006/relationships" id="261" r:id="R8f3f87a7d45249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1627282924f6b" /><Relationship Type="http://schemas.openxmlformats.org/officeDocument/2006/relationships/slideMaster" Target="/ppt/slideMasters/slideMaster1.xml" Id="Rc5b92f9c95b84e3c" /><Relationship Type="http://schemas.openxmlformats.org/officeDocument/2006/relationships/notesMaster" Target="/ppt/notesMasters/notesMaster1.xml" Id="Rb4d10fc062654540" /><Relationship Type="http://schemas.openxmlformats.org/officeDocument/2006/relationships/presProps" Target="/ppt/presProps.xml" Id="Rde557ce1e9d94074" /><Relationship Type="http://schemas.openxmlformats.org/officeDocument/2006/relationships/tableStyles" Target="/ppt/tableStyles.xml" Id="Rb7f95604cf4b4d64" /><Relationship Type="http://schemas.openxmlformats.org/officeDocument/2006/relationships/slide" Target="/ppt/slides/slide1.xml" Id="R5e6bad7d91c8490d" /><Relationship Type="http://schemas.openxmlformats.org/officeDocument/2006/relationships/slide" Target="/ppt/slides/slide2.xml" Id="R4727ca9e8b044c60" /><Relationship Type="http://schemas.openxmlformats.org/officeDocument/2006/relationships/slide" Target="/ppt/slides/slide3.xml" Id="R2b57a35ba55e41b2" /><Relationship Type="http://schemas.openxmlformats.org/officeDocument/2006/relationships/slide" Target="/ppt/slides/slide4.xml" Id="Rd3421a50f7dd4728" /><Relationship Type="http://schemas.openxmlformats.org/officeDocument/2006/relationships/slide" Target="/ppt/slides/slide5.xml" Id="Rd1909418e4e14301" /><Relationship Type="http://schemas.openxmlformats.org/officeDocument/2006/relationships/slide" Target="/ppt/slides/slide6.xml" Id="R8f3f87a7d452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7d34ce3c7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4a4a5dd174f66" /><Relationship Type="http://schemas.openxmlformats.org/officeDocument/2006/relationships/notesMaster" Target="/ppt/notesMasters/notesMaster1.xml" Id="Rc857bca472f4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02cc148714303" /><Relationship Type="http://schemas.openxmlformats.org/officeDocument/2006/relationships/notesMaster" Target="/ppt/notesMasters/notesMaster1.xml" Id="R4364a4ede12b41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e637fc2feb4b33" /><Relationship Type="http://schemas.openxmlformats.org/officeDocument/2006/relationships/notesMaster" Target="/ppt/notesMasters/notesMaster1.xml" Id="Raf644815f25f4b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61f9cfeae4f08" /><Relationship Type="http://schemas.openxmlformats.org/officeDocument/2006/relationships/notesMaster" Target="/ppt/notesMasters/notesMaster1.xml" Id="Rf77b4923258d4b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7791e248594b13" /><Relationship Type="http://schemas.openxmlformats.org/officeDocument/2006/relationships/notesMaster" Target="/ppt/notesMasters/notesMaster1.xml" Id="R26eec8e6865042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dd71ae84d04e20" /><Relationship Type="http://schemas.openxmlformats.org/officeDocument/2006/relationships/notesMaster" Target="/ppt/notesMasters/notesMaster1.xml" Id="Rba83c8c7a5ed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ed39a86124b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b06ac58bec4bb9" /><Relationship Type="http://schemas.openxmlformats.org/officeDocument/2006/relationships/slideLayout" Target="/ppt/slideLayouts/slideLayout1.xml" Id="R99cbec59d535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bec59d535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0544924094c8c" /><Relationship Type="http://schemas.openxmlformats.org/officeDocument/2006/relationships/notesSlide" Target="/ppt/notesSlides/notesSlide1.xml" Id="R75444ccc078f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3e5a3c0af4922" /><Relationship Type="http://schemas.openxmlformats.org/officeDocument/2006/relationships/notesSlide" Target="/ppt/notesSlides/notesSlide2.xml" Id="Rd1363804531449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e604c3794b8e" /><Relationship Type="http://schemas.openxmlformats.org/officeDocument/2006/relationships/notesSlide" Target="/ppt/notesSlides/notesSlide3.xml" Id="R479bb44dd66d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09d2f88b04ea9" /><Relationship Type="http://schemas.openxmlformats.org/officeDocument/2006/relationships/notesSlide" Target="/ppt/notesSlides/notesSlide4.xml" Id="Rf54809ec77b949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db97b1974d37" /><Relationship Type="http://schemas.openxmlformats.org/officeDocument/2006/relationships/notesSlide" Target="/ppt/notesSlides/notesSlide5.xml" Id="R1b0aef94194f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5109aeb744056" /><Relationship Type="http://schemas.openxmlformats.org/officeDocument/2006/relationships/notesSlide" Target="/ppt/notesSlides/notesSlide6.xml" Id="R7d67b63a4bb54f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C163-5EE5-4A84-9831-6B66318A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620BE-3847-4E6D-88C9-BB7C6FF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Логическая модель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9CFEB-B6F7-4DDC-9D50-AE9CF54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29 сущностей обеспечивают BOM, предложения, версии карточек и историю.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3C8FA-1468-42D8-BAF3-95A88D2E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351013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E195-0D1E-4327-9F7F-CEFFBE9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Основная цепочка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2BD90-1B08-4F7D-ACD9-50D3CFC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E4877-9132-444B-9711-DF75688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CBEDB-7BE4-48E6-B84C-F062330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Версия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49BFF-BE68-49C3-A7AF-98832D32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F7601-964E-4D98-BE0F-207A27F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Версия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карточки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B47DC-CAFA-49E1-BEF5-16608E6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C02C-3728-41E3-BD54-CC8915C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4F1E0-1185-47D4-A762-3259C148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Публикация относится к неизменяемому снимку. Новая BOM не перезаписывает историю.</a:t>
            </a:r>
          </a:p>
        </p:txBody>
      </p:sp>
    </p:spTree>
    <p:extLst>
      <p:ext uri="{BB962C8B-B14F-4D97-AF65-F5344CB8AC3E}">
        <p14:creationId xmlns:p14="http://schemas.microsoft.com/office/powerpoint/2010/main" val="614314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B7ACF-536C-4BCD-B0B3-07818D8E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содержимого слота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286250"/>
                <a:gridCol w="361950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Объект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Что хранит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Ключевое условие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bom_slot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Точная модель либо группа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Выбран ровно один вариант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slot_selection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 и offer_id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Разрешение до расчёта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supplier_offer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Цена, остаток и дата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Неизменяемый снимок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card_version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Контент и показатели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Одна версия BOM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042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4D50F-BC10-400D-A55C-5614572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Код конфигурации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BEE3-4548-43E5-9345-32F7EE9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7777B-ED14-4652-8CD9-E8F6977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5C873-316B-4D22-BC9C-BD97CCB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000153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F4DC1-F2DD-497E-BDF1-C68E6D2D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8B9AC-5558-4FBC-A11B-A8233DF2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1DDA2-2E07-46BB-9E9D-FCC9B1B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Префикс и номер образуют BOM-000153. Номер версии хранится отдельно. UNIQUE защищает от повторов.</a:t>
            </a:r>
          </a:p>
        </p:txBody>
      </p:sp>
    </p:spTree>
    <p:extLst>
      <p:ext uri="{BB962C8B-B14F-4D97-AF65-F5344CB8AC3E}">
        <p14:creationId xmlns:p14="http://schemas.microsoft.com/office/powerpoint/2010/main" val="999872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F7A5-E96C-43E0-AB68-4DB159DF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Статусы карточки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6200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DRAFT /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/ проверка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Готова к публикации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PUBLISHED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Подтверждена площадкой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STALE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Нужна актуализация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PUBLISH_ERROR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Ошибка внешней операции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806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527F0-ED91-46B3-B708-128C80C3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Ключи и отношения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3FD3F-5788-4EC0-9BBA-B59DCF6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M:N для ролей пользователей и изображений карточки разрешены таблицами связей.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D55B2-54AB-4817-A2E6-CBD98F8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FK сохраняют принадлежность слотов, версий и предложений.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1E7A-4511-42CC-8038-83031A0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Групповые слоты обязательно превращаются в конкретные компоненты.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2B0A-32EB-4C10-8309-BA48AA81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Все 185 атрибутов раскрыты в словаре и физической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848464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2026-09-17T13:02:35.2160000Z</dcterms:created>
  <dcterms:modified xsi:type="dcterms:W3CDTF">2026-09-17T13:02:35.2160000Z</dcterms:modified>
</coreProperties>
</file>