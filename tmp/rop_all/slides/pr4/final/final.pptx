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1476dbdd34ac1" /><Relationship Type="http://schemas.openxmlformats.org/officeDocument/2006/relationships/extended-properties" Target="/docProps/app.xml" Id="R9199df123b87468a" /><Relationship Type="http://schemas.openxmlformats.org/officeDocument/2006/relationships/officeDocument" Target="/ppt/presentation.xml" Id="R40960f0d78694a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4798e081924332"/>
  </p:sldMasterIdLst>
  <p:notesMasterIdLst>
    <p:notesMasterId xmlns:r="http://schemas.openxmlformats.org/officeDocument/2006/relationships" r:id="R7ee82b82dd4a4bca"/>
  </p:notesMasterIdLst>
  <p:sldIdLst>
    <p:sldId xmlns:r="http://schemas.openxmlformats.org/officeDocument/2006/relationships" id="256" r:id="Rd3d3081b6d4d47be"/>
    <p:sldId xmlns:r="http://schemas.openxmlformats.org/officeDocument/2006/relationships" id="257" r:id="R6d2439eb72ba47ed"/>
    <p:sldId xmlns:r="http://schemas.openxmlformats.org/officeDocument/2006/relationships" id="258" r:id="R04765818b14740df"/>
    <p:sldId xmlns:r="http://schemas.openxmlformats.org/officeDocument/2006/relationships" id="259" r:id="Rc18b34ead2ea48e3"/>
    <p:sldId xmlns:r="http://schemas.openxmlformats.org/officeDocument/2006/relationships" id="260" r:id="Rb5438aa16d094e18"/>
    <p:sldId xmlns:r="http://schemas.openxmlformats.org/officeDocument/2006/relationships" id="261" r:id="R93f4c31f0f7442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8b6b676e87450c" /><Relationship Type="http://schemas.openxmlformats.org/officeDocument/2006/relationships/slideMaster" Target="/ppt/slideMasters/slideMaster1.xml" Id="R424798e081924332" /><Relationship Type="http://schemas.openxmlformats.org/officeDocument/2006/relationships/notesMaster" Target="/ppt/notesMasters/notesMaster1.xml" Id="R7ee82b82dd4a4bca" /><Relationship Type="http://schemas.openxmlformats.org/officeDocument/2006/relationships/presProps" Target="/ppt/presProps.xml" Id="Rbfabaf2ab1534481" /><Relationship Type="http://schemas.openxmlformats.org/officeDocument/2006/relationships/tableStyles" Target="/ppt/tableStyles.xml" Id="R86ab787b2c8b44f9" /><Relationship Type="http://schemas.openxmlformats.org/officeDocument/2006/relationships/slide" Target="/ppt/slides/slide1.xml" Id="Rd3d3081b6d4d47be" /><Relationship Type="http://schemas.openxmlformats.org/officeDocument/2006/relationships/slide" Target="/ppt/slides/slide2.xml" Id="R6d2439eb72ba47ed" /><Relationship Type="http://schemas.openxmlformats.org/officeDocument/2006/relationships/slide" Target="/ppt/slides/slide3.xml" Id="R04765818b14740df" /><Relationship Type="http://schemas.openxmlformats.org/officeDocument/2006/relationships/slide" Target="/ppt/slides/slide4.xml" Id="Rc18b34ead2ea48e3" /><Relationship Type="http://schemas.openxmlformats.org/officeDocument/2006/relationships/slide" Target="/ppt/slides/slide5.xml" Id="Rb5438aa16d094e18" /><Relationship Type="http://schemas.openxmlformats.org/officeDocument/2006/relationships/slide" Target="/ppt/slides/slide6.xml" Id="R93f4c31f0f7442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26298ece6e4f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dd7f1435df4e29" /><Relationship Type="http://schemas.openxmlformats.org/officeDocument/2006/relationships/notesMaster" Target="/ppt/notesMasters/notesMaster1.xml" Id="R99fb171fa5c841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62cd0c417d412b" /><Relationship Type="http://schemas.openxmlformats.org/officeDocument/2006/relationships/notesMaster" Target="/ppt/notesMasters/notesMaster1.xml" Id="R392154e6f3b442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d3231b672c4bb4" /><Relationship Type="http://schemas.openxmlformats.org/officeDocument/2006/relationships/notesMaster" Target="/ppt/notesMasters/notesMaster1.xml" Id="R758c0c7e4ed14a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41d93fa6da4467" /><Relationship Type="http://schemas.openxmlformats.org/officeDocument/2006/relationships/notesMaster" Target="/ppt/notesMasters/notesMaster1.xml" Id="Re555b49470f64c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1e3c2c75fe401a" /><Relationship Type="http://schemas.openxmlformats.org/officeDocument/2006/relationships/notesMaster" Target="/ppt/notesMasters/notesMaster1.xml" Id="R73dcd5024b744b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22d38684e6470b" /><Relationship Type="http://schemas.openxmlformats.org/officeDocument/2006/relationships/notesMaster" Target="/ppt/notesMasters/notesMaster1.xml" Id="R55cf80c4fb014e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e5802d9344c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dc78e171ab41b0" /><Relationship Type="http://schemas.openxmlformats.org/officeDocument/2006/relationships/slideLayout" Target="/ppt/slideLayouts/slideLayout1.xml" Id="Rcbcc2b92677b46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cc2b92677b46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fdbd2c8094959" /><Relationship Type="http://schemas.openxmlformats.org/officeDocument/2006/relationships/notesSlide" Target="/ppt/notesSlides/notesSlide1.xml" Id="R6ab2b6b4c54c4a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e9c9fe2264057" /><Relationship Type="http://schemas.openxmlformats.org/officeDocument/2006/relationships/image" Target="/ppt/media/image.png" Id="Rc3624e135ac642c4" /><Relationship Type="http://schemas.openxmlformats.org/officeDocument/2006/relationships/notesSlide" Target="/ppt/notesSlides/notesSlide2.xml" Id="R6ded71f0c35247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4a7adbb8b4b3e" /><Relationship Type="http://schemas.openxmlformats.org/officeDocument/2006/relationships/image" Target="/ppt/media/image2.png" Id="R95daf2ccf5dc43a8" /><Relationship Type="http://schemas.openxmlformats.org/officeDocument/2006/relationships/notesSlide" Target="/ppt/notesSlides/notesSlide3.xml" Id="Rd3d4bc55d3104a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c263329784349" /><Relationship Type="http://schemas.openxmlformats.org/officeDocument/2006/relationships/image" Target="/ppt/media/image3.png" Id="Rb4b8d920d33a4c09" /><Relationship Type="http://schemas.openxmlformats.org/officeDocument/2006/relationships/notesSlide" Target="/ppt/notesSlides/notesSlide4.xml" Id="R3a3ae1a0b8f745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6590a3fab421a" /><Relationship Type="http://schemas.openxmlformats.org/officeDocument/2006/relationships/notesSlide" Target="/ppt/notesSlides/notesSlide5.xml" Id="Rb5e256717e1b4b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539aa2c9c4f46" /><Relationship Type="http://schemas.openxmlformats.org/officeDocument/2006/relationships/notesSlide" Target="/ppt/notesSlides/notesSlide6.xml" Id="Rde33b4ad896f4a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CE78B-D136-4CCC-AE6C-D18B135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7F7F6-EB0A-4C6D-8686-4F0F8029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Интерфейсы и сценарии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B47AC-0F41-4969-A45E-0ED555BB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Шесть каркасных экранов покрывают путь от запроса до результата публикации.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0EAC3-493E-497C-B380-18501249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793404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E1A87-ED8C-4089-BEEB-B60845BD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Редактор версии BOM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24e135ac642c4"/>
          <a:stretch xmlns:a="http://schemas.openxmlformats.org/drawingml/2006/main"/>
        </p:blipFill>
        <p:spPr>
          <a:xfrm xmlns:a="http://schemas.openxmlformats.org/drawingml/2006/main">
            <a:off x="2095500" y="1285875"/>
            <a:ext cx="8001000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21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BB856-EAF5-4B2D-8EA7-07C5A49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Предпросмотр массовой замены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af2ccf5dc43a8"/>
          <a:stretch xmlns:a="http://schemas.openxmlformats.org/drawingml/2006/main"/>
        </p:blipFill>
        <p:spPr>
          <a:xfrm xmlns:a="http://schemas.openxmlformats.org/drawingml/2006/main">
            <a:off x="2095500" y="1285875"/>
            <a:ext cx="8001000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58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58493-AB40-4961-9E33-6123435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Карточка перед публикацией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8d920d33a4c09"/>
          <a:stretch xmlns:a="http://schemas.openxmlformats.org/drawingml/2006/main"/>
        </p:blipFill>
        <p:spPr>
          <a:xfrm xmlns:a="http://schemas.openxmlformats.org/drawingml/2006/main">
            <a:off x="2095500" y="1285875"/>
            <a:ext cx="8001000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75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2A9E3-3E47-4DA3-9965-CA6E78F2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Логика взаимодействия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2693D-9F19-44B1-9B12-C5601ABD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Выбрать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версию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17F19-176D-4F50-AEED-800F37F0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BA89A-54DF-47C4-8F5F-85B32584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Изменить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состав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55E79-65D1-4FA3-9389-A98B77CF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8D919-2FAA-400B-BCD4-330680D1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Проверить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рассчитать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4239D-FC6F-4293-B9FD-F24670FB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0B7AB-B4C4-447A-A323-38D23160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406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Утвердить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отправить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FF1A4-0956-4A57-99BD-CB405D8D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При конфликте пользователь возвращается к исправлению. Ошибка привязана к правилу и полю.</a:t>
            </a:r>
          </a:p>
        </p:txBody>
      </p:sp>
    </p:spTree>
    <p:extLst>
      <p:ext uri="{BB962C8B-B14F-4D97-AF65-F5344CB8AC3E}">
        <p14:creationId xmlns:p14="http://schemas.microsoft.com/office/powerpoint/2010/main" val="639672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1F76F-52EA-46EF-BE5D-0119FFA5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Проверка интерфейсов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878EA-6CB7-47A4-88F9-7551A967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Группа, точная модель и закреплённый SKU различимы в редакторе.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7D9BE-9D6C-4BA9-8D74-75FDF4CC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Дата предложения и состояние проверки видны перед отправкой.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48BCA-F78E-4222-9281-93A4549C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Список массовой замены фиксирует исходные версии.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C2BAF-9D29-46E7-862B-92006BFD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Каркасы подготовлены для переноса в редактор; UX-тестирование ещё предстоит.</a:t>
            </a:r>
          </a:p>
        </p:txBody>
      </p:sp>
    </p:spTree>
    <p:extLst>
      <p:ext uri="{BB962C8B-B14F-4D97-AF65-F5344CB8AC3E}">
        <p14:creationId xmlns:p14="http://schemas.microsoft.com/office/powerpoint/2010/main" val="911064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2026-09-17T13:02:37.2580000Z</dcterms:created>
  <dcterms:modified xsi:type="dcterms:W3CDTF">2026-09-17T13:02:37.2580000Z</dcterms:modified>
</coreProperties>
</file>