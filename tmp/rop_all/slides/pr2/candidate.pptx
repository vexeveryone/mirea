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83d6aec8804ea5" /><Relationship Type="http://schemas.openxmlformats.org/officeDocument/2006/relationships/extended-properties" Target="/docProps/app.xml" Id="Rc306962c07194570" /><Relationship Type="http://schemas.openxmlformats.org/officeDocument/2006/relationships/officeDocument" Target="/ppt/presentation.xml" Id="Re7817d32636d4b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091f658bbb4527"/>
  </p:sldMasterIdLst>
  <p:notesMasterIdLst>
    <p:notesMasterId xmlns:r="http://schemas.openxmlformats.org/officeDocument/2006/relationships" r:id="Rb79bc6017dd94642"/>
  </p:notesMasterIdLst>
  <p:sldIdLst>
    <p:sldId xmlns:r="http://schemas.openxmlformats.org/officeDocument/2006/relationships" id="256" r:id="Rc96e75359e33413f"/>
    <p:sldId xmlns:r="http://schemas.openxmlformats.org/officeDocument/2006/relationships" id="257" r:id="R17fc465cbd3e4c76"/>
    <p:sldId xmlns:r="http://schemas.openxmlformats.org/officeDocument/2006/relationships" id="258" r:id="Rd399358bff524892"/>
    <p:sldId xmlns:r="http://schemas.openxmlformats.org/officeDocument/2006/relationships" id="259" r:id="R39fdc0b6b51e4d7c"/>
    <p:sldId xmlns:r="http://schemas.openxmlformats.org/officeDocument/2006/relationships" id="260" r:id="Ra8ed629efbea428d"/>
    <p:sldId xmlns:r="http://schemas.openxmlformats.org/officeDocument/2006/relationships" id="261" r:id="R009ecdcdfa5643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f2da3fabb147b2" /><Relationship Type="http://schemas.openxmlformats.org/officeDocument/2006/relationships/slideMaster" Target="/ppt/slideMasters/slideMaster1.xml" Id="Re6091f658bbb4527" /><Relationship Type="http://schemas.openxmlformats.org/officeDocument/2006/relationships/notesMaster" Target="/ppt/notesMasters/notesMaster1.xml" Id="Rb79bc6017dd94642" /><Relationship Type="http://schemas.openxmlformats.org/officeDocument/2006/relationships/presProps" Target="/ppt/presProps.xml" Id="R7260f3e7ef98412b" /><Relationship Type="http://schemas.openxmlformats.org/officeDocument/2006/relationships/tableStyles" Target="/ppt/tableStyles.xml" Id="R09925ac727f34bfe" /><Relationship Type="http://schemas.openxmlformats.org/officeDocument/2006/relationships/slide" Target="/ppt/slides/slide1.xml" Id="Rc96e75359e33413f" /><Relationship Type="http://schemas.openxmlformats.org/officeDocument/2006/relationships/slide" Target="/ppt/slides/slide2.xml" Id="R17fc465cbd3e4c76" /><Relationship Type="http://schemas.openxmlformats.org/officeDocument/2006/relationships/slide" Target="/ppt/slides/slide3.xml" Id="Rd399358bff524892" /><Relationship Type="http://schemas.openxmlformats.org/officeDocument/2006/relationships/slide" Target="/ppt/slides/slide4.xml" Id="R39fdc0b6b51e4d7c" /><Relationship Type="http://schemas.openxmlformats.org/officeDocument/2006/relationships/slide" Target="/ppt/slides/slide5.xml" Id="Ra8ed629efbea428d" /><Relationship Type="http://schemas.openxmlformats.org/officeDocument/2006/relationships/slide" Target="/ppt/slides/slide6.xml" Id="R009ecdcdfa5643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2118d2b5c94a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3bd248ea674c53" /><Relationship Type="http://schemas.openxmlformats.org/officeDocument/2006/relationships/notesMaster" Target="/ppt/notesMasters/notesMaster1.xml" Id="R1afc4285477848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bb82c4a825461d" /><Relationship Type="http://schemas.openxmlformats.org/officeDocument/2006/relationships/notesMaster" Target="/ppt/notesMasters/notesMaster1.xml" Id="Rb44810400fae44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0f8f677a344eaf" /><Relationship Type="http://schemas.openxmlformats.org/officeDocument/2006/relationships/notesMaster" Target="/ppt/notesMasters/notesMaster1.xml" Id="R745dd12cde364e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1b5ad514644487" /><Relationship Type="http://schemas.openxmlformats.org/officeDocument/2006/relationships/notesMaster" Target="/ppt/notesMasters/notesMaster1.xml" Id="R03fdca0c8a2c44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73570a2202465e" /><Relationship Type="http://schemas.openxmlformats.org/officeDocument/2006/relationships/notesMaster" Target="/ppt/notesMasters/notesMaster1.xml" Id="R6a8556843fe34d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7511b42d8f4ec2" /><Relationship Type="http://schemas.openxmlformats.org/officeDocument/2006/relationships/notesMaster" Target="/ppt/notesMasters/notesMaster1.xml" Id="Ra712100050c74f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>Изображение из редактора OmniNotation. Редактируемый .nsbpmn находится в комплекте.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cc8693fcd46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3be84b81504009" /><Relationship Type="http://schemas.openxmlformats.org/officeDocument/2006/relationships/slideLayout" Target="/ppt/slideLayouts/slideLayout1.xml" Id="R974d9ae8b3c545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4d9ae8b3c545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d499e71614441" /><Relationship Type="http://schemas.openxmlformats.org/officeDocument/2006/relationships/notesSlide" Target="/ppt/notesSlides/notesSlide1.xml" Id="Re56946a870af4b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6f124ebf54d75" /><Relationship Type="http://schemas.openxmlformats.org/officeDocument/2006/relationships/image" Target="/ppt/media/image.png" Id="R2583dde1aaeb40a1" /><Relationship Type="http://schemas.openxmlformats.org/officeDocument/2006/relationships/notesSlide" Target="/ppt/notesSlides/notesSlide2.xml" Id="R3a06e11c28694b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601213f27457f" /><Relationship Type="http://schemas.openxmlformats.org/officeDocument/2006/relationships/notesSlide" Target="/ppt/notesSlides/notesSlide3.xml" Id="Rf41f3d80ac1142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0d6c447ff4363" /><Relationship Type="http://schemas.openxmlformats.org/officeDocument/2006/relationships/notesSlide" Target="/ppt/notesSlides/notesSlide4.xml" Id="R67872f23960c4e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b2c47712b4392" /><Relationship Type="http://schemas.openxmlformats.org/officeDocument/2006/relationships/notesSlide" Target="/ppt/notesSlides/notesSlide5.xml" Id="Rf95dbb5ffbc744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c0c64a9334336" /><Relationship Type="http://schemas.openxmlformats.org/officeDocument/2006/relationships/notesSlide" Target="/ppt/notesSlides/notesSlide6.xml" Id="R779337e60e0e4a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FC158-B972-48A6-B3FC-7855B629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Практическое занятие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CED04-C5EE-425A-B202-6BB3CF7F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Целевой процесс и архитектура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20732-BB9F-4AB5-BA38-5609EA84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Версия BOM связывает состав, расчёты и публикацию карточки.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36EC1-8452-4FAA-BE2E-F3BDB757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Албахтин И.В.   ИНБО-12-23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Разработка обеспечивающих подсистем   2026</a:t>
            </a:r>
          </a:p>
        </p:txBody>
      </p:sp>
    </p:spTree>
    <p:extLst>
      <p:ext uri="{BB962C8B-B14F-4D97-AF65-F5344CB8AC3E}">
        <p14:creationId xmlns:p14="http://schemas.microsoft.com/office/powerpoint/2010/main" val="658622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9DC30-81CF-45D9-8D50-444FC172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Целевой процесс BPMN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3dde1aaeb40a1"/>
          <a:stretch xmlns:a="http://schemas.openxmlformats.org/drawingml/2006/main"/>
        </p:blipFill>
        <p:spPr>
          <a:xfrm xmlns:a="http://schemas.openxmlformats.org/drawingml/2006/main">
            <a:off x="1855520" y="1285875"/>
            <a:ext cx="8480959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7645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60252-FBC5-46A1-B7C3-A17AA288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Функциональная структура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99805-F164-4503-B1C4-6B441AAF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BOM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и правила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C7A27-F7ED-4A37-B7DB-487247BC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E6806-1F75-4A3D-9478-9A5AADC0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719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Предложения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поставщиков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6EA20-9D5E-46C3-AC91-E606442F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222DD-FFB9-4DC1-86EF-F346C3F3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Расчёты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и контент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776DA-0E65-4406-8021-5D94CF04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181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1885A-05E7-482C-B07F-CBF4AE59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406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Публикация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и статус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DB171-184E-45C1-9990-8DA3070A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Администрирование обеспечивает доступ, справочники и аудит для всех функций.</a:t>
            </a:r>
          </a:p>
        </p:txBody>
      </p:sp>
    </p:spTree>
    <p:extLst>
      <p:ext uri="{BB962C8B-B14F-4D97-AF65-F5344CB8AC3E}">
        <p14:creationId xmlns:p14="http://schemas.microsoft.com/office/powerpoint/2010/main" val="16775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513ED-6786-43AF-A913-39A9756E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Компоненты модульного монолита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5C7CB-5A62-44C5-8F45-A1E976DE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Web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интерфейс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E6EAE-2BFA-4B77-8AE1-6D191467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787B-A21A-4E2C-9590-8A88F92E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719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Бизнес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сервисы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9E3CF-2840-4028-8B18-9BF0FFD0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6F983-ACFF-46EF-8555-0407D4C4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Данные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и очередь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62E85-CB09-44B2-B78B-313B9F72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181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761C4-986C-4F3A-AD21-227A1FDF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406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Worker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и адаптеры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D3079-9659-4D5C-8B2A-66571061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PostgreSQL хранит версии и устойчивую очередь. Изображения находятся в отдельном хранилище.</a:t>
            </a:r>
          </a:p>
        </p:txBody>
      </p:sp>
    </p:spTree>
    <p:extLst>
      <p:ext uri="{BB962C8B-B14F-4D97-AF65-F5344CB8AC3E}">
        <p14:creationId xmlns:p14="http://schemas.microsoft.com/office/powerpoint/2010/main" val="13681580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B010E-D9D5-4021-9E47-72F40692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Ключевые сценарии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048000"/>
                <a:gridCol w="4191000"/>
              </a:tblGrid>
              <a:tr h="914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Сценарий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Ответственный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Создание и проверка BOM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Инженер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Проверенная версия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Обновление предложений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Склад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Свежие снимки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Массовая замена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Инженер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Версии и конфликты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Подготовка и публикация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Менеджер, дизайнер, ИС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Карточка и итог отправки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8712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7E3C3-DE60-4543-BA51-40136594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Условия согласованности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93B03-65AA-4F8E-BCDD-26A0BC91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Изменение состава повторно запускает совместимость, цену, массу и полноту.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1D922-BE2D-4D87-A9D5-4D631A76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Менеджер утверждает конкретную версию перед публикацией.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BED12-396A-4C8A-B874-6E6AFD09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При потере ответа сначала сверяется результат внешней операции.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0FDB8-48C0-4F2E-A48E-D2B29A14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Целевые NFR требуют проверки на будущей реализации.</a:t>
            </a:r>
          </a:p>
        </p:txBody>
      </p:sp>
    </p:spTree>
    <p:extLst>
      <p:ext uri="{BB962C8B-B14F-4D97-AF65-F5344CB8AC3E}">
        <p14:creationId xmlns:p14="http://schemas.microsoft.com/office/powerpoint/2010/main" val="1441433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2026-09-17T13:06:23.0200000Z</dcterms:created>
  <dcterms:modified xsi:type="dcterms:W3CDTF">2026-09-17T13:06:23.0200000Z</dcterms:modified>
</coreProperties>
</file>