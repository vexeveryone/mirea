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6c39408d99415a" /><Relationship Type="http://schemas.openxmlformats.org/officeDocument/2006/relationships/extended-properties" Target="/docProps/app.xml" Id="R6a4cf0c04cee4c71" /><Relationship Type="http://schemas.openxmlformats.org/officeDocument/2006/relationships/officeDocument" Target="/ppt/presentation.xml" Id="R48f7994c796b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40653898f4e98"/>
  </p:sldMasterIdLst>
  <p:notesMasterIdLst>
    <p:notesMasterId xmlns:r="http://schemas.openxmlformats.org/officeDocument/2006/relationships" r:id="R464f53d6298b45aa"/>
  </p:notesMasterIdLst>
  <p:sldIdLst>
    <p:sldId xmlns:r="http://schemas.openxmlformats.org/officeDocument/2006/relationships" id="256" r:id="R5736363bc1a54003"/>
    <p:sldId xmlns:r="http://schemas.openxmlformats.org/officeDocument/2006/relationships" id="257" r:id="R283310f0e9394fa8"/>
    <p:sldId xmlns:r="http://schemas.openxmlformats.org/officeDocument/2006/relationships" id="258" r:id="R7b13e379206e4b62"/>
    <p:sldId xmlns:r="http://schemas.openxmlformats.org/officeDocument/2006/relationships" id="259" r:id="R729e0e666bb44fad"/>
    <p:sldId xmlns:r="http://schemas.openxmlformats.org/officeDocument/2006/relationships" id="260" r:id="Rd25aa9101e8c4086"/>
    <p:sldId xmlns:r="http://schemas.openxmlformats.org/officeDocument/2006/relationships" id="261" r:id="Re78f61b6802e44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2de708dae43ae" /><Relationship Type="http://schemas.openxmlformats.org/officeDocument/2006/relationships/slideMaster" Target="/ppt/slideMasters/slideMaster1.xml" Id="Rc5740653898f4e98" /><Relationship Type="http://schemas.openxmlformats.org/officeDocument/2006/relationships/notesMaster" Target="/ppt/notesMasters/notesMaster1.xml" Id="R464f53d6298b45aa" /><Relationship Type="http://schemas.openxmlformats.org/officeDocument/2006/relationships/presProps" Target="/ppt/presProps.xml" Id="R532ef43169114282" /><Relationship Type="http://schemas.openxmlformats.org/officeDocument/2006/relationships/tableStyles" Target="/ppt/tableStyles.xml" Id="R48d847e7b61240f7" /><Relationship Type="http://schemas.openxmlformats.org/officeDocument/2006/relationships/slide" Target="/ppt/slides/slide1.xml" Id="R5736363bc1a54003" /><Relationship Type="http://schemas.openxmlformats.org/officeDocument/2006/relationships/slide" Target="/ppt/slides/slide2.xml" Id="R283310f0e9394fa8" /><Relationship Type="http://schemas.openxmlformats.org/officeDocument/2006/relationships/slide" Target="/ppt/slides/slide3.xml" Id="R7b13e379206e4b62" /><Relationship Type="http://schemas.openxmlformats.org/officeDocument/2006/relationships/slide" Target="/ppt/slides/slide4.xml" Id="R729e0e666bb44fad" /><Relationship Type="http://schemas.openxmlformats.org/officeDocument/2006/relationships/slide" Target="/ppt/slides/slide5.xml" Id="Rd25aa9101e8c4086" /><Relationship Type="http://schemas.openxmlformats.org/officeDocument/2006/relationships/slide" Target="/ppt/slides/slide6.xml" Id="Re78f61b6802e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3c97859264b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49c355ad844fc7" /><Relationship Type="http://schemas.openxmlformats.org/officeDocument/2006/relationships/notesMaster" Target="/ppt/notesMasters/notesMaster1.xml" Id="Rffa2a4d540d744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effc63d5d04db5" /><Relationship Type="http://schemas.openxmlformats.org/officeDocument/2006/relationships/notesMaster" Target="/ppt/notesMasters/notesMaster1.xml" Id="Rf9dde434ca68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d20daf363447bb" /><Relationship Type="http://schemas.openxmlformats.org/officeDocument/2006/relationships/notesMaster" Target="/ppt/notesMasters/notesMaster1.xml" Id="R86e626220beb40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c943d342624dbd" /><Relationship Type="http://schemas.openxmlformats.org/officeDocument/2006/relationships/notesMaster" Target="/ppt/notesMasters/notesMaster1.xml" Id="R64ff6596d77942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ca3ced15d41ae" /><Relationship Type="http://schemas.openxmlformats.org/officeDocument/2006/relationships/notesMaster" Target="/ppt/notesMasters/notesMaster1.xml" Id="R307b25c6d20b4c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41ff63e9fe4b3a" /><Relationship Type="http://schemas.openxmlformats.org/officeDocument/2006/relationships/notesMaster" Target="/ppt/notesMasters/notesMaster1.xml" Id="R11f96fed136a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d5e009a5846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4827721934c4e" /><Relationship Type="http://schemas.openxmlformats.org/officeDocument/2006/relationships/slideLayout" Target="/ppt/slideLayouts/slideLayout1.xml" Id="R1537ee7abaed41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7ee7abaed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b41189d8c4cf9" /><Relationship Type="http://schemas.openxmlformats.org/officeDocument/2006/relationships/notesSlide" Target="/ppt/notesSlides/notesSlide1.xml" Id="Re0dda4bd4e44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8f61b17b44f21" /><Relationship Type="http://schemas.openxmlformats.org/officeDocument/2006/relationships/notesSlide" Target="/ppt/notesSlides/notesSlide2.xml" Id="Rd2a23252dd3349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a298d87047ce" /><Relationship Type="http://schemas.openxmlformats.org/officeDocument/2006/relationships/notesSlide" Target="/ppt/notesSlides/notesSlide3.xml" Id="R07d51578b085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38997be6d454a" /><Relationship Type="http://schemas.openxmlformats.org/officeDocument/2006/relationships/notesSlide" Target="/ppt/notesSlides/notesSlide4.xml" Id="Rc583933f61c743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182360c2e497a" /><Relationship Type="http://schemas.openxmlformats.org/officeDocument/2006/relationships/image" Target="/ppt/media/image.png" Id="R45f97e0ef44b485d" /><Relationship Type="http://schemas.openxmlformats.org/officeDocument/2006/relationships/notesSlide" Target="/ppt/notesSlides/notesSlide5.xml" Id="R46940ddd5d8745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d1b30d015450c" /><Relationship Type="http://schemas.openxmlformats.org/officeDocument/2006/relationships/notesSlide" Target="/ppt/notesSlides/notesSlide6.xml" Id="R209963a10354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DB335-08D6-4DE9-AFF3-99869973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25088-C442-4DCE-93F3-1F7D9DB6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Физическая модель и развёртывание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DC80C-648E-4F1E-9F8D-D17CBC99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29 таблиц и 185 атрибутов детализируют логическую модель для PostgreSQL.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9B37-707D-49E8-A6FC-886A648E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2007225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8B61C-82A7-4D08-8630-31FEAF74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Основные типы данных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429000"/>
                <a:gridCol w="4000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bigint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Цена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numeric(14,2)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Положительное значение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numeric(8,3)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Положительное значение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Время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timestamptz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Единая временная шкала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Правила и снимки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Схема проверяется сервисом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879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9AC52-95A8-45C9-84B0-E42A01F1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Физические связи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CAAB0-9A14-4F62-8F11-FED47C5A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0E8FA-2662-465B-AE0B-79F0FF6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94148-E0AC-40E7-8F17-873D6580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bom_version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F437A-23F0-4CAD-BEB3-14964292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48443-C66B-417C-A2CE-E98E4B5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bom_slot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84399-7505-48D8-9CCA-B2FD9EE6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B7AAA-ABAE-4153-ABA8-87893526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slot_selection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C1100-8EED-45BF-AC14-59DC3AC5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FOREIGN KEY сохраняют структуру. Принадлежность выбранного компонента и версии проверяется в транзакции.</a:t>
            </a:r>
          </a:p>
        </p:txBody>
      </p:sp>
    </p:spTree>
    <p:extLst>
      <p:ext uri="{BB962C8B-B14F-4D97-AF65-F5344CB8AC3E}">
        <p14:creationId xmlns:p14="http://schemas.microsoft.com/office/powerpoint/2010/main" val="7948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E2827-4FEE-4207-9863-B45AF337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Ограничения целостности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53340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Средство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Уникальный код и версия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UNIQUE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Одна альтернатива слота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Одно активное задание версии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Частичный уникальный индекс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Новая версия при изменении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Сервисный инвариант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Согласованные объекты публикации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FK и бизнес-инвариантов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095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CC60-6ECA-4393-96ED-1C899BA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Размещение программных артефактов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97e0ef44b485d"/>
          <a:stretch xmlns:a="http://schemas.openxmlformats.org/drawingml/2006/main"/>
        </p:blipFill>
        <p:spPr>
          <a:xfrm xmlns:a="http://schemas.openxmlformats.org/drawingml/2006/main">
            <a:off x="2307648" y="1285875"/>
            <a:ext cx="7576705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00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7217A-6B19-4452-9006-600D16DD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Проверка перед реализацией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B3DE2-59E2-4E08-AE3A-72C5134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Запустить миграции в отдельной PostgreSQL и проверить ограничения.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9D2B2-404C-4999-8C5B-512B919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Разделить роли приложения, worker и миграций.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9AC76-4AA2-4868-A897-8D8C6C9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Проверить согласованное восстановление БД и файлов.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8F7C0-807A-4F13-865F-B05F0CF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DDL-заготовка не считается развёрнутой и испытанной системой.</a:t>
            </a:r>
          </a:p>
        </p:txBody>
      </p:sp>
    </p:spTree>
    <p:extLst>
      <p:ext uri="{BB962C8B-B14F-4D97-AF65-F5344CB8AC3E}">
        <p14:creationId xmlns:p14="http://schemas.microsoft.com/office/powerpoint/2010/main" val="251665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2026-09-17T13:02:43.0200000Z</dcterms:created>
  <dcterms:modified xsi:type="dcterms:W3CDTF">2026-09-17T13:02:43.0200000Z</dcterms:modified>
</coreProperties>
</file>