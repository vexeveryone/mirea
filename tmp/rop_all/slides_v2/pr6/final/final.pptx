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8617fb05a34ae8" /><Relationship Type="http://schemas.openxmlformats.org/officeDocument/2006/relationships/extended-properties" Target="/docProps/app.xml" Id="R2eace0f282fe4a21" /><Relationship Type="http://schemas.openxmlformats.org/officeDocument/2006/relationships/officeDocument" Target="/ppt/presentation.xml" Id="R259d726c2afc46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289b04eb024a68"/>
  </p:sldMasterIdLst>
  <p:notesMasterIdLst>
    <p:notesMasterId xmlns:r="http://schemas.openxmlformats.org/officeDocument/2006/relationships" r:id="R3352947e98ee4ed1"/>
  </p:notesMasterIdLst>
  <p:sldIdLst>
    <p:sldId xmlns:r="http://schemas.openxmlformats.org/officeDocument/2006/relationships" id="256" r:id="R2f6befb6c72a41d5"/>
    <p:sldId xmlns:r="http://schemas.openxmlformats.org/officeDocument/2006/relationships" id="257" r:id="R69711a8721ad42d6"/>
    <p:sldId xmlns:r="http://schemas.openxmlformats.org/officeDocument/2006/relationships" id="258" r:id="Re4d5066002704a77"/>
    <p:sldId xmlns:r="http://schemas.openxmlformats.org/officeDocument/2006/relationships" id="259" r:id="R1c159a7268f84f37"/>
    <p:sldId xmlns:r="http://schemas.openxmlformats.org/officeDocument/2006/relationships" id="260" r:id="R705bb1db9e0140bf"/>
    <p:sldId xmlns:r="http://schemas.openxmlformats.org/officeDocument/2006/relationships" id="261" r:id="R0887d801402a4c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365f4c47fe4e59" /><Relationship Type="http://schemas.openxmlformats.org/officeDocument/2006/relationships/slideMaster" Target="/ppt/slideMasters/slideMaster1.xml" Id="Rc9289b04eb024a68" /><Relationship Type="http://schemas.openxmlformats.org/officeDocument/2006/relationships/notesMaster" Target="/ppt/notesMasters/notesMaster1.xml" Id="R3352947e98ee4ed1" /><Relationship Type="http://schemas.openxmlformats.org/officeDocument/2006/relationships/presProps" Target="/ppt/presProps.xml" Id="R94aeae439e71446b" /><Relationship Type="http://schemas.openxmlformats.org/officeDocument/2006/relationships/tableStyles" Target="/ppt/tableStyles.xml" Id="Re175a0b688384fd8" /><Relationship Type="http://schemas.openxmlformats.org/officeDocument/2006/relationships/slide" Target="/ppt/slides/slide1.xml" Id="R2f6befb6c72a41d5" /><Relationship Type="http://schemas.openxmlformats.org/officeDocument/2006/relationships/slide" Target="/ppt/slides/slide2.xml" Id="R69711a8721ad42d6" /><Relationship Type="http://schemas.openxmlformats.org/officeDocument/2006/relationships/slide" Target="/ppt/slides/slide3.xml" Id="Re4d5066002704a77" /><Relationship Type="http://schemas.openxmlformats.org/officeDocument/2006/relationships/slide" Target="/ppt/slides/slide4.xml" Id="R1c159a7268f84f37" /><Relationship Type="http://schemas.openxmlformats.org/officeDocument/2006/relationships/slide" Target="/ppt/slides/slide5.xml" Id="R705bb1db9e0140bf" /><Relationship Type="http://schemas.openxmlformats.org/officeDocument/2006/relationships/slide" Target="/ppt/slides/slide6.xml" Id="R0887d801402a4c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dfdfb7a18445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c4f2e5840448f" /><Relationship Type="http://schemas.openxmlformats.org/officeDocument/2006/relationships/notesMaster" Target="/ppt/notesMasters/notesMaster1.xml" Id="R3d7c325b977649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af0e64fa6a4ba7" /><Relationship Type="http://schemas.openxmlformats.org/officeDocument/2006/relationships/notesMaster" Target="/ppt/notesMasters/notesMaster1.xml" Id="Ra2c3bcb98b3742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703d12f8254b4e" /><Relationship Type="http://schemas.openxmlformats.org/officeDocument/2006/relationships/notesMaster" Target="/ppt/notesMasters/notesMaster1.xml" Id="R9d79d0a0f0a94d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33f820b8734fde" /><Relationship Type="http://schemas.openxmlformats.org/officeDocument/2006/relationships/notesMaster" Target="/ppt/notesMasters/notesMaster1.xml" Id="R8109d0fe53c440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d71a07ba634dac" /><Relationship Type="http://schemas.openxmlformats.org/officeDocument/2006/relationships/notesMaster" Target="/ppt/notesMasters/notesMaster1.xml" Id="R88ef00e7f18b4e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5097b7ff374653" /><Relationship Type="http://schemas.openxmlformats.org/officeDocument/2006/relationships/notesMaster" Target="/ppt/notesMasters/notesMaster1.xml" Id="R9e25a83c74d24f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>Источники: postgresql.org/docs/current/datatype.html; dev.mysql.com/doc/refman/8.4/en/json.html; sqlite.org/whentouse.html.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>Официальные источники: jetbrains.com/idea; code.visualstudio.com/docs/languages/java; eclipseide.org.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459593768d4b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358a1eaa5c4949" /><Relationship Type="http://schemas.openxmlformats.org/officeDocument/2006/relationships/slideLayout" Target="/ppt/slideLayouts/slideLayout1.xml" Id="Re8813e82495346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813e82495346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f1063e47d4561" /><Relationship Type="http://schemas.openxmlformats.org/officeDocument/2006/relationships/notesSlide" Target="/ppt/notesSlides/notesSlide1.xml" Id="R94724907cd4243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37950904e43ca" /><Relationship Type="http://schemas.openxmlformats.org/officeDocument/2006/relationships/image" Target="/ppt/media/image.png" Id="Rf8ee6bc0c5014043" /><Relationship Type="http://schemas.openxmlformats.org/officeDocument/2006/relationships/notesSlide" Target="/ppt/notesSlides/notesSlide2.xml" Id="R0f66424dd38240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01fd09895409a" /><Relationship Type="http://schemas.openxmlformats.org/officeDocument/2006/relationships/notesSlide" Target="/ppt/notesSlides/notesSlide3.xml" Id="Rfb805320ceb84c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eeda2c45146cc" /><Relationship Type="http://schemas.openxmlformats.org/officeDocument/2006/relationships/notesSlide" Target="/ppt/notesSlides/notesSlide4.xml" Id="R235868322abe46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2fc70afe1490b" /><Relationship Type="http://schemas.openxmlformats.org/officeDocument/2006/relationships/notesSlide" Target="/ppt/notesSlides/notesSlide5.xml" Id="Rc5d9f650489d4b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b38d5010f42d8" /><Relationship Type="http://schemas.openxmlformats.org/officeDocument/2006/relationships/notesSlide" Target="/ppt/notesSlides/notesSlide6.xml" Id="R0bdf56e8e8a64b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457B6-7745-48AE-95FA-80C82B5A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6C4BD-D26C-4845-876E-48B8D126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Инфраструктура и программный стек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6CD46-4FD3-44AC-A7A0-D22195BD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Закрытый серверный сегмент хранит данные, изображения и очередь публикаций.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7620C-AA71-4B8D-BA24-4F69B2FE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1242110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6AD4A-2A4A-4A84-8804-3F938D29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Инфраструктурная схема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e6bc0c5014043"/>
          <a:stretch xmlns:a="http://schemas.openxmlformats.org/drawingml/2006/main"/>
        </p:blipFill>
        <p:spPr>
          <a:xfrm xmlns:a="http://schemas.openxmlformats.org/drawingml/2006/main">
            <a:off x="2307648" y="1285875"/>
            <a:ext cx="7576705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31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731E4-CF1E-49F8-9635-81E2E679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Выбранный стек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04850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Уровень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Средство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Клиент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TypeScript и React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Сервер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Java 21 и Spring Boot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Данные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PostgreSQL 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Доступ и шлюз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Spring Security, Nginx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Сборка и IDE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Maven, IntelliJ IDEA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649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1F4AD-273B-448D-9356-39E8B68A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Сравнение СУБД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667000"/>
                <a:gridCol w="2667000"/>
                <a:gridCol w="2571750"/>
              </a:tblGrid>
              <a:tr h="914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PostgreSQL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MySQL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SQLite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Размещение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Сервер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Сервер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Встроенный файл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Снимки правил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JSONB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Текст / JSON функции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Работа с записью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Несколько</a:t>
                      </a:r>
                    </a:p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пользователей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Несколько</a:t>
                      </a:r>
                    </a:p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пользователей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Один писатель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Выбор проекта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Основная БД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Допустимая альтернатива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Локальный прототип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9337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2BF19-1DAC-417E-8E33-C53500EE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Среды разработки Java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953000"/>
                <a:gridCol w="3048000"/>
              </a:tblGrid>
              <a:tr h="1143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Среда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Особенность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Вывод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IntelliJ IDEA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Интегрированная Java-навигация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Основной вариант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VS Code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Java через расширения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Допустимая альтернатива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Eclipse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Плагинная Java-экосистема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Допустимая альтернатива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070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705A0-293A-42F2-9884-33D07562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Границы проектного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03D07-A138-46BC-83AC-ED07D5F6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Конфигурация 4 vCPU и 8 ГБ для приложения — начальная гипотеза.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04C66-7639-479A-8FF7-1EF0B1FB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99,5% доступности нельзя подтвердить одной инфраструктурной схемой.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0BF31-2211-4ED7-BAAC-AFC87D4A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Ежедневные копии БД и файлов должны проходить восстановление.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11FD2-5DED-4085-BEED-7D9E256A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Выбор СУБД основан на функциях проекта, без заявления о лидерстве по скорости.</a:t>
            </a:r>
          </a:p>
        </p:txBody>
      </p:sp>
    </p:spTree>
    <p:extLst>
      <p:ext uri="{BB962C8B-B14F-4D97-AF65-F5344CB8AC3E}">
        <p14:creationId xmlns:p14="http://schemas.microsoft.com/office/powerpoint/2010/main" val="1511945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2026-09-17T13:06:59.6000000Z</dcterms:created>
  <dcterms:modified xsi:type="dcterms:W3CDTF">2026-09-17T13:06:59.6000000Z</dcterms:modified>
</coreProperties>
</file>