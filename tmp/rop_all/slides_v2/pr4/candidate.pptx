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26e8aaf5d4cfa" /><Relationship Type="http://schemas.openxmlformats.org/officeDocument/2006/relationships/extended-properties" Target="/docProps/app.xml" Id="R4b8caa779e8c46d1" /><Relationship Type="http://schemas.openxmlformats.org/officeDocument/2006/relationships/officeDocument" Target="/ppt/presentation.xml" Id="Rbdea0e46ab80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4be99572ba439f"/>
  </p:sldMasterIdLst>
  <p:notesMasterIdLst>
    <p:notesMasterId xmlns:r="http://schemas.openxmlformats.org/officeDocument/2006/relationships" r:id="R9e46cf36a7574cd3"/>
  </p:notesMasterIdLst>
  <p:sldIdLst>
    <p:sldId xmlns:r="http://schemas.openxmlformats.org/officeDocument/2006/relationships" id="256" r:id="Rfad6b6905ee848fe"/>
    <p:sldId xmlns:r="http://schemas.openxmlformats.org/officeDocument/2006/relationships" id="257" r:id="Ra35440fb3d63418c"/>
    <p:sldId xmlns:r="http://schemas.openxmlformats.org/officeDocument/2006/relationships" id="258" r:id="R9cf5776f8b614100"/>
    <p:sldId xmlns:r="http://schemas.openxmlformats.org/officeDocument/2006/relationships" id="259" r:id="Rf583927922b0494a"/>
    <p:sldId xmlns:r="http://schemas.openxmlformats.org/officeDocument/2006/relationships" id="260" r:id="R585b12236cd24eb3"/>
    <p:sldId xmlns:r="http://schemas.openxmlformats.org/officeDocument/2006/relationships" id="261" r:id="Rbd4b63e9b5b346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d79da531e4702" /><Relationship Type="http://schemas.openxmlformats.org/officeDocument/2006/relationships/slideMaster" Target="/ppt/slideMasters/slideMaster1.xml" Id="R6c4be99572ba439f" /><Relationship Type="http://schemas.openxmlformats.org/officeDocument/2006/relationships/notesMaster" Target="/ppt/notesMasters/notesMaster1.xml" Id="R9e46cf36a7574cd3" /><Relationship Type="http://schemas.openxmlformats.org/officeDocument/2006/relationships/presProps" Target="/ppt/presProps.xml" Id="R40ba8313a4854e28" /><Relationship Type="http://schemas.openxmlformats.org/officeDocument/2006/relationships/tableStyles" Target="/ppt/tableStyles.xml" Id="R73c3939b4389457d" /><Relationship Type="http://schemas.openxmlformats.org/officeDocument/2006/relationships/slide" Target="/ppt/slides/slide1.xml" Id="Rfad6b6905ee848fe" /><Relationship Type="http://schemas.openxmlformats.org/officeDocument/2006/relationships/slide" Target="/ppt/slides/slide2.xml" Id="Ra35440fb3d63418c" /><Relationship Type="http://schemas.openxmlformats.org/officeDocument/2006/relationships/slide" Target="/ppt/slides/slide3.xml" Id="R9cf5776f8b614100" /><Relationship Type="http://schemas.openxmlformats.org/officeDocument/2006/relationships/slide" Target="/ppt/slides/slide4.xml" Id="Rf583927922b0494a" /><Relationship Type="http://schemas.openxmlformats.org/officeDocument/2006/relationships/slide" Target="/ppt/slides/slide5.xml" Id="R585b12236cd24eb3" /><Relationship Type="http://schemas.openxmlformats.org/officeDocument/2006/relationships/slide" Target="/ppt/slides/slide6.xml" Id="Rbd4b63e9b5b346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99b428c404f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dd2429c23404e" /><Relationship Type="http://schemas.openxmlformats.org/officeDocument/2006/relationships/notesMaster" Target="/ppt/notesMasters/notesMaster1.xml" Id="Rbbc00a3c090b42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9949e435f44f1" /><Relationship Type="http://schemas.openxmlformats.org/officeDocument/2006/relationships/notesMaster" Target="/ppt/notesMasters/notesMaster1.xml" Id="R7997786c74c8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4c46ee7fc34fca" /><Relationship Type="http://schemas.openxmlformats.org/officeDocument/2006/relationships/notesMaster" Target="/ppt/notesMasters/notesMaster1.xml" Id="R80fdca7ba34446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88528f17fd4c27" /><Relationship Type="http://schemas.openxmlformats.org/officeDocument/2006/relationships/notesMaster" Target="/ppt/notesMasters/notesMaster1.xml" Id="Ree99325be3ff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de060fa674b77" /><Relationship Type="http://schemas.openxmlformats.org/officeDocument/2006/relationships/notesMaster" Target="/ppt/notesMasters/notesMaster1.xml" Id="Ra03b6eb65cf244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ca099c64164d93" /><Relationship Type="http://schemas.openxmlformats.org/officeDocument/2006/relationships/notesMaster" Target="/ppt/notesMasters/notesMaster1.xml" Id="R3048efd5cf8f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f5f0c544a4a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4455fbda2c41f3" /><Relationship Type="http://schemas.openxmlformats.org/officeDocument/2006/relationships/slideLayout" Target="/ppt/slideLayouts/slideLayout1.xml" Id="R5a581d613421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581d613421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57608bef644bc" /><Relationship Type="http://schemas.openxmlformats.org/officeDocument/2006/relationships/notesSlide" Target="/ppt/notesSlides/notesSlide1.xml" Id="Rbf4ed9a9858c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2fcd341924505" /><Relationship Type="http://schemas.openxmlformats.org/officeDocument/2006/relationships/image" Target="/ppt/media/image.png" Id="Ra32eb44ba672478d" /><Relationship Type="http://schemas.openxmlformats.org/officeDocument/2006/relationships/notesSlide" Target="/ppt/notesSlides/notesSlide2.xml" Id="Rd1eeae179dd840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f9b06bb134f04" /><Relationship Type="http://schemas.openxmlformats.org/officeDocument/2006/relationships/image" Target="/ppt/media/image2.png" Id="R3129d3120f1d4211" /><Relationship Type="http://schemas.openxmlformats.org/officeDocument/2006/relationships/notesSlide" Target="/ppt/notesSlides/notesSlide3.xml" Id="Rf81d90efb0c2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a478456584297" /><Relationship Type="http://schemas.openxmlformats.org/officeDocument/2006/relationships/image" Target="/ppt/media/image3.png" Id="R18309f4344204fea" /><Relationship Type="http://schemas.openxmlformats.org/officeDocument/2006/relationships/notesSlide" Target="/ppt/notesSlides/notesSlide4.xml" Id="R36af9d476d3b48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09cf516e143ab" /><Relationship Type="http://schemas.openxmlformats.org/officeDocument/2006/relationships/notesSlide" Target="/ppt/notesSlides/notesSlide5.xml" Id="R5b93e7ef6db542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908a584cc47ed" /><Relationship Type="http://schemas.openxmlformats.org/officeDocument/2006/relationships/notesSlide" Target="/ppt/notesSlides/notesSlide6.xml" Id="R43fc24453f094e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6B92D-2A8F-460F-A7A4-EBD63E18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8890A-7B05-4CFE-B103-5C2EE730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Интерфейсы и сценарии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526BB-FDDF-4BC7-B70D-57E3A47D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Шесть каркасных экранов покрывают путь от запроса до результата публикации.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C992B-5E32-4062-BC90-D53FBB9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31063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F682F-FF18-432D-8CCC-4E705FE6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Редактор версии BOM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eb44ba672478d"/>
          <a:stretch xmlns:a="http://schemas.openxmlformats.org/drawingml/2006/main"/>
        </p:blipFill>
        <p:spPr>
          <a:xfrm xmlns:a="http://schemas.openxmlformats.org/drawingml/2006/main">
            <a:off x="2095500" y="1285875"/>
            <a:ext cx="800100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817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B16F4-5B28-4F8D-95B7-C11284F9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Предпросмотр массовой замены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9d3120f1d4211"/>
          <a:stretch xmlns:a="http://schemas.openxmlformats.org/drawingml/2006/main"/>
        </p:blipFill>
        <p:spPr>
          <a:xfrm xmlns:a="http://schemas.openxmlformats.org/drawingml/2006/main">
            <a:off x="2095500" y="1285875"/>
            <a:ext cx="800100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83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8B727-84DA-4AD1-9B25-468359C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Карточка перед публикацией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09f4344204fea"/>
          <a:stretch xmlns:a="http://schemas.openxmlformats.org/drawingml/2006/main"/>
        </p:blipFill>
        <p:spPr>
          <a:xfrm xmlns:a="http://schemas.openxmlformats.org/drawingml/2006/main">
            <a:off x="2095500" y="1285875"/>
            <a:ext cx="8001000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42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40924-3208-42BF-AA94-9AB87D87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Логика взаимодействия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4DB01-2552-4C88-AD88-A9A56C79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Выбрать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версию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55082-549E-4C78-84DA-75F81028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B150F-A56F-4223-BC4E-1EE4AF9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Изменить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состав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17000-AFE6-4B39-A609-62B3DF83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6ABA1-C14C-46C1-9ED2-07F36D0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3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Проверить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рассчитать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70694-9AFD-48D0-98E1-D8CC0B7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80035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50E2A-D068-4B9F-B982-9EEBC076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406" y="2238375"/>
            <a:ext cx="2416969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Утвердить</a:t>
            </a:r>
          </a:p>
          <a:p xmlns:a="http://schemas.openxmlformats.org/drawingml/2006/main">
            <a:pPr algn="ctr">
              <a:defRPr sz="18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111"/>
                </a:solidFill>
                <a:latin typeface="Arial"/>
                <a:ea typeface="Arial"/>
                <a:cs typeface="Arial"/>
              </a:rPr>
              <a:t>и отправить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B5A0D-A548-4F50-88A0-8EB4B327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При конфликте пользователь возвращается к исправлению. Ошибка привязана к правилу и полю.</a:t>
            </a:r>
          </a:p>
        </p:txBody>
      </p:sp>
    </p:spTree>
    <p:extLst>
      <p:ext uri="{BB962C8B-B14F-4D97-AF65-F5344CB8AC3E}">
        <p14:creationId xmlns:p14="http://schemas.microsoft.com/office/powerpoint/2010/main" val="1141709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CAE57-6558-40AD-84F0-B103ACF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Проверка интерфейсов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7059E-F330-4878-8998-F8D2A93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Группа, точная модель и закреплённый SKU различимы в редакторе.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0B8CB-E518-42E6-882B-59E3764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Дата предложения и состояние проверки видны перед отправкой.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3C345-C017-4EF2-BFBD-8D8DF809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Список массовой замены фиксирует исходные версии.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96BFA-2FF7-4FC1-AB77-BD7DDCE5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Каркасы подготовлены для переноса в редактор; UX-тестирование ещё предстоит.</a:t>
            </a:r>
          </a:p>
        </p:txBody>
      </p:sp>
    </p:spTree>
    <p:extLst>
      <p:ext uri="{BB962C8B-B14F-4D97-AF65-F5344CB8AC3E}">
        <p14:creationId xmlns:p14="http://schemas.microsoft.com/office/powerpoint/2010/main" val="7442284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2026-09-17T13:13:34.6540000Z</dcterms:created>
  <dcterms:modified xsi:type="dcterms:W3CDTF">2026-09-17T13:13:34.6540000Z</dcterms:modified>
</coreProperties>
</file>