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713ae5ed0e4b61" /><Relationship Type="http://schemas.openxmlformats.org/officeDocument/2006/relationships/extended-properties" Target="/docProps/app.xml" Id="R246ec731b46f455e" /><Relationship Type="http://schemas.openxmlformats.org/officeDocument/2006/relationships/officeDocument" Target="/ppt/presentation.xml" Id="Rc5689353878545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ce2ec0edd44183"/>
  </p:sldMasterIdLst>
  <p:notesMasterIdLst>
    <p:notesMasterId xmlns:r="http://schemas.openxmlformats.org/officeDocument/2006/relationships" r:id="R43d05a33ccf940d6"/>
  </p:notesMasterIdLst>
  <p:sldIdLst>
    <p:sldId xmlns:r="http://schemas.openxmlformats.org/officeDocument/2006/relationships" id="256" r:id="Rf0c37473942b4af5"/>
    <p:sldId xmlns:r="http://schemas.openxmlformats.org/officeDocument/2006/relationships" id="257" r:id="Rf93501d0336d49bd"/>
    <p:sldId xmlns:r="http://schemas.openxmlformats.org/officeDocument/2006/relationships" id="258" r:id="R7ebaa0627c814e8a"/>
    <p:sldId xmlns:r="http://schemas.openxmlformats.org/officeDocument/2006/relationships" id="259" r:id="Ra786da778e214fd7"/>
    <p:sldId xmlns:r="http://schemas.openxmlformats.org/officeDocument/2006/relationships" id="260" r:id="R88436ea78ce144ca"/>
    <p:sldId xmlns:r="http://schemas.openxmlformats.org/officeDocument/2006/relationships" id="261" r:id="R0d8423e7821246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ca2e2a77f84000" /><Relationship Type="http://schemas.openxmlformats.org/officeDocument/2006/relationships/slideMaster" Target="/ppt/slideMasters/slideMaster1.xml" Id="R95ce2ec0edd44183" /><Relationship Type="http://schemas.openxmlformats.org/officeDocument/2006/relationships/notesMaster" Target="/ppt/notesMasters/notesMaster1.xml" Id="R43d05a33ccf940d6" /><Relationship Type="http://schemas.openxmlformats.org/officeDocument/2006/relationships/presProps" Target="/ppt/presProps.xml" Id="Rc3b59f6ffecc4c48" /><Relationship Type="http://schemas.openxmlformats.org/officeDocument/2006/relationships/tableStyles" Target="/ppt/tableStyles.xml" Id="R02f9f291898849b8" /><Relationship Type="http://schemas.openxmlformats.org/officeDocument/2006/relationships/slide" Target="/ppt/slides/slide1.xml" Id="Rf0c37473942b4af5" /><Relationship Type="http://schemas.openxmlformats.org/officeDocument/2006/relationships/slide" Target="/ppt/slides/slide2.xml" Id="Rf93501d0336d49bd" /><Relationship Type="http://schemas.openxmlformats.org/officeDocument/2006/relationships/slide" Target="/ppt/slides/slide3.xml" Id="R7ebaa0627c814e8a" /><Relationship Type="http://schemas.openxmlformats.org/officeDocument/2006/relationships/slide" Target="/ppt/slides/slide4.xml" Id="Ra786da778e214fd7" /><Relationship Type="http://schemas.openxmlformats.org/officeDocument/2006/relationships/slide" Target="/ppt/slides/slide5.xml" Id="R88436ea78ce144ca" /><Relationship Type="http://schemas.openxmlformats.org/officeDocument/2006/relationships/slide" Target="/ppt/slides/slide6.xml" Id="R0d8423e7821246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f4ed53e3cc42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1e648b0c17458e" /><Relationship Type="http://schemas.openxmlformats.org/officeDocument/2006/relationships/notesMaster" Target="/ppt/notesMasters/notesMaster1.xml" Id="R8fb0fcfb965c44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09182abb9445a7" /><Relationship Type="http://schemas.openxmlformats.org/officeDocument/2006/relationships/notesMaster" Target="/ppt/notesMasters/notesMaster1.xml" Id="R51a449600f774f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23554bde7c4447" /><Relationship Type="http://schemas.openxmlformats.org/officeDocument/2006/relationships/notesMaster" Target="/ppt/notesMasters/notesMaster1.xml" Id="Ra45be0a47fe942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2b43be04bc4d1f" /><Relationship Type="http://schemas.openxmlformats.org/officeDocument/2006/relationships/notesMaster" Target="/ppt/notesMasters/notesMaster1.xml" Id="Rac0a161a84194d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76fda3fcf04e8f" /><Relationship Type="http://schemas.openxmlformats.org/officeDocument/2006/relationships/notesMaster" Target="/ppt/notesMasters/notesMaster1.xml" Id="Rdcb3925b0c4340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f931e5c9614c49" /><Relationship Type="http://schemas.openxmlformats.org/officeDocument/2006/relationships/notesMaster" Target="/ppt/notesMasters/notesMaster1.xml" Id="R500868bbb46b42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1af79c1baa46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c68f042cab4d40" /><Relationship Type="http://schemas.openxmlformats.org/officeDocument/2006/relationships/slideLayout" Target="/ppt/slideLayouts/slideLayout1.xml" Id="Rfec161eed73a4e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c161eed73a4e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690d05f1a4165" /><Relationship Type="http://schemas.openxmlformats.org/officeDocument/2006/relationships/notesSlide" Target="/ppt/notesSlides/notesSlide1.xml" Id="Rba25127b6c164f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0bbf0fbdb4dac" /><Relationship Type="http://schemas.openxmlformats.org/officeDocument/2006/relationships/image" Target="/ppt/media/image.png" Id="R1c38e210962a4a59" /><Relationship Type="http://schemas.openxmlformats.org/officeDocument/2006/relationships/notesSlide" Target="/ppt/notesSlides/notesSlide2.xml" Id="R6a38306f422a47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1c8000a4f44ac" /><Relationship Type="http://schemas.openxmlformats.org/officeDocument/2006/relationships/image" Target="/ppt/media/image2.png" Id="R134a8cd279134587" /><Relationship Type="http://schemas.openxmlformats.org/officeDocument/2006/relationships/notesSlide" Target="/ppt/notesSlides/notesSlide3.xml" Id="R4b3cf094d2de4c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22e2d8e574713" /><Relationship Type="http://schemas.openxmlformats.org/officeDocument/2006/relationships/image" Target="/ppt/media/image3.png" Id="R239350d2a9174fe3" /><Relationship Type="http://schemas.openxmlformats.org/officeDocument/2006/relationships/notesSlide" Target="/ppt/notesSlides/notesSlide4.xml" Id="Rca513083517e4e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ac46ee3f544ad" /><Relationship Type="http://schemas.openxmlformats.org/officeDocument/2006/relationships/notesSlide" Target="/ppt/notesSlides/notesSlide5.xml" Id="Rd94a9fa30d2c41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41ea6dd0f4c41" /><Relationship Type="http://schemas.openxmlformats.org/officeDocument/2006/relationships/notesSlide" Target="/ppt/notesSlides/notesSlide6.xml" Id="Rf7e0ad23e41843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36F14-E535-4D2E-9F67-62F40F12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59CAB-8E71-4324-8957-EB5BF632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Интерфейсы и сценарии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07E15-CD4D-40FF-9846-BF9AB4A7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Шесть каркасных экранов покрывают путь от запроса до результата публикации.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43574-CE15-45C5-A8DE-29AE593E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1284999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1C9C9-6F92-45CB-959E-7057E18A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Редактор версии модельного ряда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38e210962a4a59"/>
          <a:stretch xmlns:a="http://schemas.openxmlformats.org/drawingml/2006/main"/>
        </p:blipFill>
        <p:spPr>
          <a:xfrm xmlns:a="http://schemas.openxmlformats.org/drawingml/2006/main">
            <a:off x="2726785" y="1285875"/>
            <a:ext cx="6738431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4333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BDB66-D8FD-4E1B-A14B-B38219EF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Предпросмотр массовой замены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a8cd279134587"/>
          <a:stretch xmlns:a="http://schemas.openxmlformats.org/drawingml/2006/main"/>
        </p:blipFill>
        <p:spPr>
          <a:xfrm xmlns:a="http://schemas.openxmlformats.org/drawingml/2006/main">
            <a:off x="2726785" y="1285875"/>
            <a:ext cx="6738431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874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96BCB-E359-4884-AD9F-64AAAB65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Карточка перед публикацией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350d2a9174fe3"/>
          <a:stretch xmlns:a="http://schemas.openxmlformats.org/drawingml/2006/main"/>
        </p:blipFill>
        <p:spPr>
          <a:xfrm xmlns:a="http://schemas.openxmlformats.org/drawingml/2006/main">
            <a:off x="2726785" y="1285875"/>
            <a:ext cx="6738431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154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159DE4-AF0B-4F6D-8696-D3BD3847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Логика взаимодействия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EB3F3-40E2-419D-BD83-D571E4C1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Выбрать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версию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4E048-36E2-4059-A666-08BC382F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9B3B9-DDC5-4A23-BCF0-DAF80366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Изменить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состав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120C7-DC95-4A5D-8290-99BD8F2B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2D2A88-F84A-49E8-926C-5E47B821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Проверить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рассчитать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BFB5FA-FE6B-4B18-81A2-B28BABFC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3D3EB-4B75-4FDA-94CB-EFA782C6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Утвердить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отправить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5E3A75-F792-479B-BBC4-3DBC7F2A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При конфликте пользователь возвращается к исправлению. Ошибка привязана к правилу и полю.</a:t>
            </a:r>
          </a:p>
        </p:txBody>
      </p:sp>
    </p:spTree>
    <p:extLst>
      <p:ext uri="{BB962C8B-B14F-4D97-AF65-F5344CB8AC3E}">
        <p14:creationId xmlns:p14="http://schemas.microsoft.com/office/powerpoint/2010/main" val="12585819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4A760-CD4C-4C13-A0D7-43FEA3A9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Проверка интерфейсов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47D64-C337-4EFE-AB7C-9F67140A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Группа, точная модель и закреплённый SKU различимы в редакторе.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64EA2-7706-4661-A9CD-8EBD2226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Дата предложения и состояние проверки видны перед отправкой.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C91A1-5782-4973-9C32-AEFBA651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Список массовой замены фиксирует исходные версии.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C307D-13AC-4AF9-988C-5C5CBF2C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Каркасы подготовлены для переноса в редактор; UX-тестирование ещё предстоит.</a:t>
            </a:r>
          </a:p>
        </p:txBody>
      </p:sp>
    </p:spTree>
    <p:extLst>
      <p:ext uri="{BB962C8B-B14F-4D97-AF65-F5344CB8AC3E}">
        <p14:creationId xmlns:p14="http://schemas.microsoft.com/office/powerpoint/2010/main" val="20595001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2026-10-05T02:43:14.5900000Z</dcterms:created>
  <dcterms:modified xsi:type="dcterms:W3CDTF">2026-10-05T02:43:14.5900000Z</dcterms:modified>
</coreProperties>
</file>