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9cd11832f4dfc" /><Relationship Type="http://schemas.openxmlformats.org/officeDocument/2006/relationships/extended-properties" Target="/docProps/app.xml" Id="R34d96d9805704f93" /><Relationship Type="http://schemas.openxmlformats.org/officeDocument/2006/relationships/officeDocument" Target="/ppt/presentation.xml" Id="Rd95260983c3841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fcfbddeadf46f5"/>
  </p:sldMasterIdLst>
  <p:notesMasterIdLst>
    <p:notesMasterId xmlns:r="http://schemas.openxmlformats.org/officeDocument/2006/relationships" r:id="R63c2fd6152004db8"/>
  </p:notesMasterIdLst>
  <p:sldIdLst>
    <p:sldId xmlns:r="http://schemas.openxmlformats.org/officeDocument/2006/relationships" id="256" r:id="R7fb81f7ed87745e4"/>
    <p:sldId xmlns:r="http://schemas.openxmlformats.org/officeDocument/2006/relationships" id="257" r:id="R6b3f705c5fd84b7c"/>
    <p:sldId xmlns:r="http://schemas.openxmlformats.org/officeDocument/2006/relationships" id="258" r:id="Rce8ae4cd559e4990"/>
    <p:sldId xmlns:r="http://schemas.openxmlformats.org/officeDocument/2006/relationships" id="259" r:id="Rae35eaa81e074705"/>
    <p:sldId xmlns:r="http://schemas.openxmlformats.org/officeDocument/2006/relationships" id="260" r:id="Rfa5b3479c7024912"/>
    <p:sldId xmlns:r="http://schemas.openxmlformats.org/officeDocument/2006/relationships" id="261" r:id="R30e40f3047f04d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35eca0e3f4b3d" /><Relationship Type="http://schemas.openxmlformats.org/officeDocument/2006/relationships/slideMaster" Target="/ppt/slideMasters/slideMaster1.xml" Id="R10fcfbddeadf46f5" /><Relationship Type="http://schemas.openxmlformats.org/officeDocument/2006/relationships/notesMaster" Target="/ppt/notesMasters/notesMaster1.xml" Id="R63c2fd6152004db8" /><Relationship Type="http://schemas.openxmlformats.org/officeDocument/2006/relationships/presProps" Target="/ppt/presProps.xml" Id="R0d08295de2af437a" /><Relationship Type="http://schemas.openxmlformats.org/officeDocument/2006/relationships/tableStyles" Target="/ppt/tableStyles.xml" Id="R47d7de14b39b4c00" /><Relationship Type="http://schemas.openxmlformats.org/officeDocument/2006/relationships/slide" Target="/ppt/slides/slide1.xml" Id="R7fb81f7ed87745e4" /><Relationship Type="http://schemas.openxmlformats.org/officeDocument/2006/relationships/slide" Target="/ppt/slides/slide2.xml" Id="R6b3f705c5fd84b7c" /><Relationship Type="http://schemas.openxmlformats.org/officeDocument/2006/relationships/slide" Target="/ppt/slides/slide3.xml" Id="Rce8ae4cd559e4990" /><Relationship Type="http://schemas.openxmlformats.org/officeDocument/2006/relationships/slide" Target="/ppt/slides/slide4.xml" Id="Rae35eaa81e074705" /><Relationship Type="http://schemas.openxmlformats.org/officeDocument/2006/relationships/slide" Target="/ppt/slides/slide5.xml" Id="Rfa5b3479c7024912" /><Relationship Type="http://schemas.openxmlformats.org/officeDocument/2006/relationships/slide" Target="/ppt/slides/slide6.xml" Id="R30e40f3047f04d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8acd7bf944d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3ea22603074a6f" /><Relationship Type="http://schemas.openxmlformats.org/officeDocument/2006/relationships/notesMaster" Target="/ppt/notesMasters/notesMaster1.xml" Id="R5ead56e74b994b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c7a19056e04551" /><Relationship Type="http://schemas.openxmlformats.org/officeDocument/2006/relationships/notesMaster" Target="/ppt/notesMasters/notesMaster1.xml" Id="Rbb8f848c12b744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22487f7bcf47c4" /><Relationship Type="http://schemas.openxmlformats.org/officeDocument/2006/relationships/notesMaster" Target="/ppt/notesMasters/notesMaster1.xml" Id="R92273fa75b49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c273662f794fc6" /><Relationship Type="http://schemas.openxmlformats.org/officeDocument/2006/relationships/notesMaster" Target="/ppt/notesMasters/notesMaster1.xml" Id="R992027344ece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16528107143ff" /><Relationship Type="http://schemas.openxmlformats.org/officeDocument/2006/relationships/notesMaster" Target="/ppt/notesMasters/notesMaster1.xml" Id="Rdd77a580492e43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6b799f92cf403f" /><Relationship Type="http://schemas.openxmlformats.org/officeDocument/2006/relationships/notesMaster" Target="/ppt/notesMasters/notesMaster1.xml" Id="Rc5d497adb89542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69d43cb9140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976cb21c44b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a19f005f445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3b5215a4142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575f56e4047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bc5f71a9b4d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82153C-AF43-471E-B849-8DCD8EFB9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220295-150B-49A7-8BA9-C1D99A1AF6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D4D9F0-5495-4185-89FD-393BF5833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CADF67-9A16-496B-8CCE-369C7E54AE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7443F9-FA03-4D16-AE1D-18E6FFC4F7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A386F1-B482-4A75-BC8D-25048E8EC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800D7D-7E95-49B0-BCAB-CAD82CC94D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DA9149-1E41-4EBE-A98F-6A1C1493DA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426C30-A92A-48B3-A968-027429CEED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D433E0-14B5-401A-A82C-E648B5B632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2a7dd6ddf64b26" /><Relationship Type="http://schemas.openxmlformats.org/officeDocument/2006/relationships/slideLayout" Target="/ppt/slideLayouts/slideLayout1.xml" Id="Rfd4d59556d384941" /><Relationship Type="http://schemas.openxmlformats.org/officeDocument/2006/relationships/slideLayout" Target="/ppt/slideLayouts/slideLayout2.xml" Id="R100627f5a5964273" /><Relationship Type="http://schemas.openxmlformats.org/officeDocument/2006/relationships/slideLayout" Target="/ppt/slideLayouts/slideLayout3.xml" Id="R236e0b9f88cc45ba" /><Relationship Type="http://schemas.openxmlformats.org/officeDocument/2006/relationships/slideLayout" Target="/ppt/slideLayouts/slideLayout4.xml" Id="R691e0000fe544995" /><Relationship Type="http://schemas.openxmlformats.org/officeDocument/2006/relationships/slideLayout" Target="/ppt/slideLayouts/slideLayout5.xml" Id="R863e7ba640c64c96" /><Relationship Type="http://schemas.openxmlformats.org/officeDocument/2006/relationships/slideLayout" Target="/ppt/slideLayouts/slideLayout6.xml" Id="R2026dc12105448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4d59556d384941"/>
    <p:sldLayoutId xmlns:r="http://schemas.openxmlformats.org/officeDocument/2006/relationships" id="2147483650" r:id="R100627f5a5964273"/>
    <p:sldLayoutId xmlns:r="http://schemas.openxmlformats.org/officeDocument/2006/relationships" id="2147483651" r:id="R236e0b9f88cc45ba"/>
    <p:sldLayoutId xmlns:r="http://schemas.openxmlformats.org/officeDocument/2006/relationships" id="2147483652" r:id="R691e0000fe544995"/>
    <p:sldLayoutId xmlns:r="http://schemas.openxmlformats.org/officeDocument/2006/relationships" id="2147483653" r:id="R863e7ba640c64c96"/>
    <p:sldLayoutId xmlns:r="http://schemas.openxmlformats.org/officeDocument/2006/relationships" id="2147483654" r:id="R2026dc12105448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4efe9a7654a0d" /><Relationship Type="http://schemas.openxmlformats.org/officeDocument/2006/relationships/notesSlide" Target="/ppt/notesSlides/notesSlide1.xml" Id="Ra42d7e1dc28348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8fc56c36004731" /><Relationship Type="http://schemas.openxmlformats.org/officeDocument/2006/relationships/image" Target="/ppt/media/image.png" Id="R2f7f058d926f49b4" /><Relationship Type="http://schemas.openxmlformats.org/officeDocument/2006/relationships/notesSlide" Target="/ppt/notesSlides/notesSlide2.xml" Id="Rd0e8809169c64c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3618eb3e04149" /><Relationship Type="http://schemas.openxmlformats.org/officeDocument/2006/relationships/image" Target="/ppt/media/image2.png" Id="Ra157b381a51b42d9" /><Relationship Type="http://schemas.openxmlformats.org/officeDocument/2006/relationships/notesSlide" Target="/ppt/notesSlides/notesSlide3.xml" Id="Rb43082e9d60942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07ee8036f453e" /><Relationship Type="http://schemas.openxmlformats.org/officeDocument/2006/relationships/image" Target="/ppt/media/image3.png" Id="R260b356944fa4d10" /><Relationship Type="http://schemas.openxmlformats.org/officeDocument/2006/relationships/notesSlide" Target="/ppt/notesSlides/notesSlide4.xml" Id="R7ecd2878f36a45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c0dcc750c24755" /><Relationship Type="http://schemas.openxmlformats.org/officeDocument/2006/relationships/notesSlide" Target="/ppt/notesSlides/notesSlide5.xml" Id="Red708386922f46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5589dbdc794308" /><Relationship Type="http://schemas.openxmlformats.org/officeDocument/2006/relationships/notesSlide" Target="/ppt/notesSlides/notesSlide6.xml" Id="R6c49bb53effd4b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A0572-4ED5-4A5C-8B9D-8FEF1736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2686C-9F1C-4C22-8C0A-0726DAE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Интерфейсы и сценарии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04544-852F-4A2D-9958-F74676FB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Шесть каркасных экранов покрывают путь от запроса до результата публикации.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A801D-C2D5-493C-A9F4-5110F90D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564480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2CB39-75E6-4CF4-ADA0-4E553276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Редактор версии модельного ряда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5241B-12FE-4CD2-AD83-D21E97C31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f058d926f49b4"/>
          <a:stretch xmlns:a="http://schemas.openxmlformats.org/drawingml/2006/main"/>
        </p:blipFill>
        <p:spPr>
          <a:xfrm xmlns:a="http://schemas.openxmlformats.org/drawingml/2006/main">
            <a:off x="2726785" y="1285875"/>
            <a:ext cx="673843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26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76258-D6DD-4DF9-9E1C-0C0D1E02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Предпросмотр массовой замены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FC9CC-110A-4160-B870-3E9A35338C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7b381a51b42d9"/>
          <a:stretch xmlns:a="http://schemas.openxmlformats.org/drawingml/2006/main"/>
        </p:blipFill>
        <p:spPr>
          <a:xfrm xmlns:a="http://schemas.openxmlformats.org/drawingml/2006/main">
            <a:off x="2726785" y="1285875"/>
            <a:ext cx="673843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20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C1D64-3A80-4513-8137-DE67F431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Карточка перед публикацией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7AE75-332E-42C2-AE77-6CBBA1717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b356944fa4d10"/>
          <a:stretch xmlns:a="http://schemas.openxmlformats.org/drawingml/2006/main"/>
        </p:blipFill>
        <p:spPr>
          <a:xfrm xmlns:a="http://schemas.openxmlformats.org/drawingml/2006/main">
            <a:off x="2726785" y="1285875"/>
            <a:ext cx="673843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21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BA792-35BA-42A7-ACBF-9D1F4FA8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Логика взаимодействия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048C2-B870-42E0-BFA2-5B5E2170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Выбрать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версию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4FE96-48A3-4F6A-904A-B71807F8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697FF-AA65-4361-8699-9F76651F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Изменить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состав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4736E-25F2-4838-AFC9-A48C344C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498D-E48A-498B-935D-5A095A48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рассчитать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D59D-F4E0-4B2B-87D3-EE0CB76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5B813-450E-423E-AC4C-1FD01F66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06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Утвердить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отправить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22A05-5B9E-47B1-9DB2-55378E21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При конфликте пользователь возвращается к исправлению. Ошибка привязана к правилу и полю.</a:t>
            </a:r>
          </a:p>
        </p:txBody>
      </p:sp>
    </p:spTree>
    <p:extLst>
      <p:ext uri="{BB962C8B-B14F-4D97-AF65-F5344CB8AC3E}">
        <p14:creationId xmlns:p14="http://schemas.microsoft.com/office/powerpoint/2010/main" val="8927207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1818C-ED62-4D28-B74B-86B0FC93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Проверка интерфейсов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4A983-F84E-4B51-8A26-23E80385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Группа, точная модель и закреплённый SKU различимы в редакторе.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561D6-DB72-498D-8DA7-6CC6F478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Дата предложения и состояние проверки видны перед отправкой.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31FB5-DF1F-40FB-B8D2-8F6F2659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Список массовой замены фиксирует исходные версии.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131FE-A524-40A3-B1CB-04ACA4D7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Каркасы подготовлены для переноса в редактор; UX-тестирование ещё предстоит.</a:t>
            </a:r>
          </a:p>
        </p:txBody>
      </p:sp>
    </p:spTree>
    <p:extLst>
      <p:ext uri="{BB962C8B-B14F-4D97-AF65-F5344CB8AC3E}">
        <p14:creationId xmlns:p14="http://schemas.microsoft.com/office/powerpoint/2010/main" val="1561335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2026-10-25T21:23:02.4100000Z</dcterms:created>
  <dcterms:modified xsi:type="dcterms:W3CDTF">2026-10-25T21:23:02.4100000Z</dcterms:modified>
</coreProperties>
</file>