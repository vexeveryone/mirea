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170eac8e2f04a69" /><Relationship Type="http://schemas.openxmlformats.org/officeDocument/2006/relationships/extended-properties" Target="/docProps/app.xml" Id="R67b35c085f3042d5" /><Relationship Type="http://schemas.openxmlformats.org/officeDocument/2006/relationships/officeDocument" Target="/ppt/presentation.xml" Id="R20712d0b993748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cf73d3e6af49ab"/>
  </p:sldMasterIdLst>
  <p:notesMasterIdLst>
    <p:notesMasterId xmlns:r="http://schemas.openxmlformats.org/officeDocument/2006/relationships" r:id="Rdb0c2c1b682e4ae1"/>
  </p:notesMasterIdLst>
  <p:sldIdLst>
    <p:sldId xmlns:r="http://schemas.openxmlformats.org/officeDocument/2006/relationships" id="256" r:id="R0ba546e1e2b741bc"/>
    <p:sldId xmlns:r="http://schemas.openxmlformats.org/officeDocument/2006/relationships" id="257" r:id="R50531e4f6a834f37"/>
    <p:sldId xmlns:r="http://schemas.openxmlformats.org/officeDocument/2006/relationships" id="258" r:id="R5791b59994f94704"/>
    <p:sldId xmlns:r="http://schemas.openxmlformats.org/officeDocument/2006/relationships" id="259" r:id="R484d93ddf59e4596"/>
    <p:sldId xmlns:r="http://schemas.openxmlformats.org/officeDocument/2006/relationships" id="260" r:id="R3f1af864e9ad4e7c"/>
    <p:sldId xmlns:r="http://schemas.openxmlformats.org/officeDocument/2006/relationships" id="261" r:id="Re30e703c32754dd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43dd3437c9e4842" /><Relationship Type="http://schemas.openxmlformats.org/officeDocument/2006/relationships/slideMaster" Target="/ppt/slideMasters/slideMaster1.xml" Id="Rbfcf73d3e6af49ab" /><Relationship Type="http://schemas.openxmlformats.org/officeDocument/2006/relationships/notesMaster" Target="/ppt/notesMasters/notesMaster1.xml" Id="Rdb0c2c1b682e4ae1" /><Relationship Type="http://schemas.openxmlformats.org/officeDocument/2006/relationships/presProps" Target="/ppt/presProps.xml" Id="R5b60bb6ed4544795" /><Relationship Type="http://schemas.openxmlformats.org/officeDocument/2006/relationships/tableStyles" Target="/ppt/tableStyles.xml" Id="R3adefd7d038d4cab" /><Relationship Type="http://schemas.openxmlformats.org/officeDocument/2006/relationships/slide" Target="/ppt/slides/slide1.xml" Id="R0ba546e1e2b741bc" /><Relationship Type="http://schemas.openxmlformats.org/officeDocument/2006/relationships/slide" Target="/ppt/slides/slide2.xml" Id="R50531e4f6a834f37" /><Relationship Type="http://schemas.openxmlformats.org/officeDocument/2006/relationships/slide" Target="/ppt/slides/slide3.xml" Id="R5791b59994f94704" /><Relationship Type="http://schemas.openxmlformats.org/officeDocument/2006/relationships/slide" Target="/ppt/slides/slide4.xml" Id="R484d93ddf59e4596" /><Relationship Type="http://schemas.openxmlformats.org/officeDocument/2006/relationships/slide" Target="/ppt/slides/slide5.xml" Id="R3f1af864e9ad4e7c" /><Relationship Type="http://schemas.openxmlformats.org/officeDocument/2006/relationships/slide" Target="/ppt/slides/slide6.xml" Id="Re30e703c32754d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6e907a1c274d7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1bb521087b4ab6" /><Relationship Type="http://schemas.openxmlformats.org/officeDocument/2006/relationships/notesMaster" Target="/ppt/notesMasters/notesMaster1.xml" Id="Rbe357c479c6840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d9abe65168482c" /><Relationship Type="http://schemas.openxmlformats.org/officeDocument/2006/relationships/notesMaster" Target="/ppt/notesMasters/notesMaster1.xml" Id="Rbd7c9097d4fc473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5c7103073947c5" /><Relationship Type="http://schemas.openxmlformats.org/officeDocument/2006/relationships/notesMaster" Target="/ppt/notesMasters/notesMaster1.xml" Id="Ree87b4c4782e45f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76d3a0cb32e4982" /><Relationship Type="http://schemas.openxmlformats.org/officeDocument/2006/relationships/notesMaster" Target="/ppt/notesMasters/notesMaster1.xml" Id="Rf1cddb0e7ccc47e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be7f80ac299474f" /><Relationship Type="http://schemas.openxmlformats.org/officeDocument/2006/relationships/notesMaster" Target="/ppt/notesMasters/notesMaster1.xml" Id="R6f687e1152b948e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2318559f4964e43" /><Relationship Type="http://schemas.openxmlformats.org/officeDocument/2006/relationships/notesMaster" Target="/ppt/notesMasters/notesMaster1.xml" Id="Rcb8646b5c0e741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>Источники: postgresql.org/docs/current/datatype.html; dev.mysql.com/doc/refman/8.4/en/json.html; sqlite.org/whentouse.html.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>Официальные источники: jetbrains.com/idea; code.visualstudio.com/docs/languages/java; eclipseide.org.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9fe74009ff418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6190e28eb14b7a" /><Relationship Type="http://schemas.openxmlformats.org/officeDocument/2006/relationships/slideLayout" Target="/ppt/slideLayouts/slideLayout1.xml" Id="Ra34f6337fec448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34f6337fec448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7e0d7a0ac04d4f" /><Relationship Type="http://schemas.openxmlformats.org/officeDocument/2006/relationships/notesSlide" Target="/ppt/notesSlides/notesSlide1.xml" Id="R8e98785e10264e0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43b62eb9574a0d" /><Relationship Type="http://schemas.openxmlformats.org/officeDocument/2006/relationships/image" Target="/ppt/media/image.png" Id="R4a65d5ca2db04524" /><Relationship Type="http://schemas.openxmlformats.org/officeDocument/2006/relationships/notesSlide" Target="/ppt/notesSlides/notesSlide2.xml" Id="R5ab2c2709997459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eb55c95ac04500" /><Relationship Type="http://schemas.openxmlformats.org/officeDocument/2006/relationships/notesSlide" Target="/ppt/notesSlides/notesSlide3.xml" Id="Re443b941a55048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3119d905664bc4" /><Relationship Type="http://schemas.openxmlformats.org/officeDocument/2006/relationships/notesSlide" Target="/ppt/notesSlides/notesSlide4.xml" Id="R2392e3d83dd342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8e6e0a217a4008" /><Relationship Type="http://schemas.openxmlformats.org/officeDocument/2006/relationships/notesSlide" Target="/ppt/notesSlides/notesSlide5.xml" Id="R35291bafb9bd4b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0fac04aced424e" /><Relationship Type="http://schemas.openxmlformats.org/officeDocument/2006/relationships/notesSlide" Target="/ppt/notesSlides/notesSlide6.xml" Id="Rcdcc69f9fbad4ad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4F0B40-3538-4ECC-8125-4C206FC03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Практическое занятие 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32D819-3F49-49CE-9E67-5CD54475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0"/>
            <a:ext cx="10668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Инфраструктура и программный стек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D0C964-39D0-4942-A333-87DD2D6C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10477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Закрытый серверный сегмент хранит данные, изображения и очередь публикаций.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68A325-9184-4C73-B378-F870F0A47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721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Албахтин И.В.   ИНБО-12-23</a:t>
            </a:r>
          </a:p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Разработка обеспечивающих подсистем   2026</a:t>
            </a:r>
          </a:p>
        </p:txBody>
      </p:sp>
    </p:spTree>
    <p:extLst>
      <p:ext uri="{BB962C8B-B14F-4D97-AF65-F5344CB8AC3E}">
        <p14:creationId xmlns:p14="http://schemas.microsoft.com/office/powerpoint/2010/main" val="9543623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EAE1F3-6C87-4A9A-B83C-7393EA56C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Инфраструктурная схема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65d5ca2db04524"/>
          <a:stretch xmlns:a="http://schemas.openxmlformats.org/drawingml/2006/main"/>
        </p:blipFill>
        <p:spPr>
          <a:xfrm xmlns:a="http://schemas.openxmlformats.org/drawingml/2006/main">
            <a:off x="2527766" y="1285875"/>
            <a:ext cx="7136468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7927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DE5C77-F7D0-4ED4-84F0-23966DC3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Выбранный стек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4572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7048500"/>
              </a:tblGrid>
              <a:tr h="762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Уровень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Средство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Клиент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TypeScript и React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Сервер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Java 21 и Spring Boot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Данные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PostgreSQL 18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Доступ и шлюз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Spring Security, Nginx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Сборка и IDE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Maven, IntelliJ IDEA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3949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CB31A1-3002-4245-AB20-AC2E7275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Сравнение СУБД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4572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2667000"/>
                <a:gridCol w="2667000"/>
                <a:gridCol w="2571750"/>
              </a:tblGrid>
              <a:tr h="9144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Критерий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PostgreSQL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MySQL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SQLite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Размещение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Сервер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Сервер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Встроенный файл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Снимки правил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JSONB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JSON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Текст / JSON функции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Работа с записью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Несколько</a:t>
                      </a:r>
                    </a:p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пользователей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Несколько</a:t>
                      </a:r>
                    </a:p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пользователей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Один писатель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Выбор проекта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Основная БД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Допустимая альтернатива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Локальный прототип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34035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664903-14B3-4774-BD12-E96EA1A94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Среды разработки Java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4572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4953000"/>
                <a:gridCol w="3048000"/>
              </a:tblGrid>
              <a:tr h="1143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Среда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Особенность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Вывод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IntelliJ IDEA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Интегрированная Java-навигация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Основной вариант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VS Code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Java через расширения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Допустимая альтернатива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Eclipse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Плагинная Java-экосистема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Допустимая альтернатива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39061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B5CF81-F8CA-416D-9C41-5306181B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Границы проектного решения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A6CAA2-D9B2-45D8-B83B-924786C6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Конфигурация 4 vCPU и 8 ГБ для приложения — начальная гипотеза.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75E3FD-EF2C-4126-AA7B-6CD6FB679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99,5% доступности нельзя подтвердить одной инфраструктурной схемой.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8320EC-15BD-421D-9D95-9B3EC917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Ежедневные копии БД и файлов должны проходить восстановление.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669FF7-0F7D-484D-A310-53E8A342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Выбор СУБД основан на функциях проекта, без заявления о лидерстве по скорости.</a:t>
            </a:r>
          </a:p>
        </p:txBody>
      </p:sp>
    </p:spTree>
    <p:extLst>
      <p:ext uri="{BB962C8B-B14F-4D97-AF65-F5344CB8AC3E}">
        <p14:creationId xmlns:p14="http://schemas.microsoft.com/office/powerpoint/2010/main" val="12708033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2026-10-05T02:43:18.1920000Z</dcterms:created>
  <dcterms:modified xsi:type="dcterms:W3CDTF">2026-10-05T02:43:18.1920000Z</dcterms:modified>
</coreProperties>
</file>