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da9f05ea2846c9" /><Relationship Type="http://schemas.openxmlformats.org/officeDocument/2006/relationships/extended-properties" Target="/docProps/app.xml" Id="R6f495c6a5dcc4d81" /><Relationship Type="http://schemas.openxmlformats.org/officeDocument/2006/relationships/officeDocument" Target="/ppt/presentation.xml" Id="R8d7439a49f9b41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d7db577bd04d88"/>
  </p:sldMasterIdLst>
  <p:notesMasterIdLst>
    <p:notesMasterId xmlns:r="http://schemas.openxmlformats.org/officeDocument/2006/relationships" r:id="R421538042de04c8c"/>
  </p:notesMasterIdLst>
  <p:sldIdLst>
    <p:sldId xmlns:r="http://schemas.openxmlformats.org/officeDocument/2006/relationships" id="256" r:id="R0bbe7f186e6a45c9"/>
    <p:sldId xmlns:r="http://schemas.openxmlformats.org/officeDocument/2006/relationships" id="257" r:id="Re3470a3b2133467e"/>
    <p:sldId xmlns:r="http://schemas.openxmlformats.org/officeDocument/2006/relationships" id="258" r:id="R4c97c067007b4701"/>
    <p:sldId xmlns:r="http://schemas.openxmlformats.org/officeDocument/2006/relationships" id="259" r:id="R7c18e57d222e4fdf"/>
    <p:sldId xmlns:r="http://schemas.openxmlformats.org/officeDocument/2006/relationships" id="260" r:id="Rbdfcbf5329714fd8"/>
    <p:sldId xmlns:r="http://schemas.openxmlformats.org/officeDocument/2006/relationships" id="261" r:id="R43844aa97dfe4f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a21b5bade4b54" /><Relationship Type="http://schemas.openxmlformats.org/officeDocument/2006/relationships/slideMaster" Target="/ppt/slideMasters/slideMaster1.xml" Id="Rdfd7db577bd04d88" /><Relationship Type="http://schemas.openxmlformats.org/officeDocument/2006/relationships/notesMaster" Target="/ppt/notesMasters/notesMaster1.xml" Id="R421538042de04c8c" /><Relationship Type="http://schemas.openxmlformats.org/officeDocument/2006/relationships/presProps" Target="/ppt/presProps.xml" Id="R69086d2bded34812" /><Relationship Type="http://schemas.openxmlformats.org/officeDocument/2006/relationships/tableStyles" Target="/ppt/tableStyles.xml" Id="R323665e38271414a" /><Relationship Type="http://schemas.openxmlformats.org/officeDocument/2006/relationships/slide" Target="/ppt/slides/slide1.xml" Id="R0bbe7f186e6a45c9" /><Relationship Type="http://schemas.openxmlformats.org/officeDocument/2006/relationships/slide" Target="/ppt/slides/slide2.xml" Id="Re3470a3b2133467e" /><Relationship Type="http://schemas.openxmlformats.org/officeDocument/2006/relationships/slide" Target="/ppt/slides/slide3.xml" Id="R4c97c067007b4701" /><Relationship Type="http://schemas.openxmlformats.org/officeDocument/2006/relationships/slide" Target="/ppt/slides/slide4.xml" Id="R7c18e57d222e4fdf" /><Relationship Type="http://schemas.openxmlformats.org/officeDocument/2006/relationships/slide" Target="/ppt/slides/slide5.xml" Id="Rbdfcbf5329714fd8" /><Relationship Type="http://schemas.openxmlformats.org/officeDocument/2006/relationships/slide" Target="/ppt/slides/slide6.xml" Id="R43844aa97dfe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580ba12c747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e25b7ca6b4652" /><Relationship Type="http://schemas.openxmlformats.org/officeDocument/2006/relationships/notesMaster" Target="/ppt/notesMasters/notesMaster1.xml" Id="Rd12e0635314042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3970a608a490c" /><Relationship Type="http://schemas.openxmlformats.org/officeDocument/2006/relationships/notesMaster" Target="/ppt/notesMasters/notesMaster1.xml" Id="Rc8d44fd1dd0f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fd7cab16d4fab" /><Relationship Type="http://schemas.openxmlformats.org/officeDocument/2006/relationships/notesMaster" Target="/ppt/notesMasters/notesMaster1.xml" Id="R1a23fe72a6f94d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f49789a534cdb" /><Relationship Type="http://schemas.openxmlformats.org/officeDocument/2006/relationships/notesMaster" Target="/ppt/notesMasters/notesMaster1.xml" Id="Rf62162792ee5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a7ddbcb37e486b" /><Relationship Type="http://schemas.openxmlformats.org/officeDocument/2006/relationships/notesMaster" Target="/ppt/notesMasters/notesMaster1.xml" Id="R8954db9697ac4a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c1735a90224d75" /><Relationship Type="http://schemas.openxmlformats.org/officeDocument/2006/relationships/notesMaster" Target="/ppt/notesMasters/notesMaster1.xml" Id="R971f641526bb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Источники: postgresql.org/docs/current/datatype.html; dev.mysql.com/doc/refman/8.4/en/json.html; sqlite.org/whentouse.html.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Официальные источники: jetbrains.com/idea; code.visualstudio.com/docs/languages/java; eclipseide.org.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a5de1cf2043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593d242fc48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c1d93111940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bf41c67644e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82f3993044f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85f9b329c43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1F699F-B78B-446B-A2C4-DA57D1A8D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BB3BF9-150B-4AFE-B263-54C03A4742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BEBFD5-A764-4820-87E5-8BC50060C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D00279-4FF8-4391-9FEE-3982F5510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2926CF-C506-42B1-9246-E9D36A37F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E53404-62EF-47A9-AF18-F16A22510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A1DE4C-50F1-4990-92CD-B814C9EED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818685-7CDE-4252-90FB-437A92491E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261A7C-C53C-447F-B78A-3A26296F4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B17B5D-E8BA-472A-9A42-0B121D137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6a474026d84776" /><Relationship Type="http://schemas.openxmlformats.org/officeDocument/2006/relationships/slideLayout" Target="/ppt/slideLayouts/slideLayout1.xml" Id="Rf5160fc1211b47e0" /><Relationship Type="http://schemas.openxmlformats.org/officeDocument/2006/relationships/slideLayout" Target="/ppt/slideLayouts/slideLayout2.xml" Id="R6c9a84d0a22d4797" /><Relationship Type="http://schemas.openxmlformats.org/officeDocument/2006/relationships/slideLayout" Target="/ppt/slideLayouts/slideLayout3.xml" Id="R1a927cc0df574cd6" /><Relationship Type="http://schemas.openxmlformats.org/officeDocument/2006/relationships/slideLayout" Target="/ppt/slideLayouts/slideLayout4.xml" Id="R4d7df6e1771944ad" /><Relationship Type="http://schemas.openxmlformats.org/officeDocument/2006/relationships/slideLayout" Target="/ppt/slideLayouts/slideLayout5.xml" Id="R351fd73af4394e99" /><Relationship Type="http://schemas.openxmlformats.org/officeDocument/2006/relationships/slideLayout" Target="/ppt/slideLayouts/slideLayout6.xml" Id="Rc2636b967e4b44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60fc1211b47e0"/>
    <p:sldLayoutId xmlns:r="http://schemas.openxmlformats.org/officeDocument/2006/relationships" id="2147483650" r:id="R6c9a84d0a22d4797"/>
    <p:sldLayoutId xmlns:r="http://schemas.openxmlformats.org/officeDocument/2006/relationships" id="2147483651" r:id="R1a927cc0df574cd6"/>
    <p:sldLayoutId xmlns:r="http://schemas.openxmlformats.org/officeDocument/2006/relationships" id="2147483652" r:id="R4d7df6e1771944ad"/>
    <p:sldLayoutId xmlns:r="http://schemas.openxmlformats.org/officeDocument/2006/relationships" id="2147483653" r:id="R351fd73af4394e99"/>
    <p:sldLayoutId xmlns:r="http://schemas.openxmlformats.org/officeDocument/2006/relationships" id="2147483654" r:id="Rc2636b967e4b44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c7b684d754eb0" /><Relationship Type="http://schemas.openxmlformats.org/officeDocument/2006/relationships/notesSlide" Target="/ppt/notesSlides/notesSlide1.xml" Id="R90395f0d2399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855cbbffc4447" /><Relationship Type="http://schemas.openxmlformats.org/officeDocument/2006/relationships/image" Target="/ppt/media/image.png" Id="R667282d07e494fc5" /><Relationship Type="http://schemas.openxmlformats.org/officeDocument/2006/relationships/notesSlide" Target="/ppt/notesSlides/notesSlide2.xml" Id="R05016d82bfb54c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9a1fdcdef4a4a" /><Relationship Type="http://schemas.openxmlformats.org/officeDocument/2006/relationships/notesSlide" Target="/ppt/notesSlides/notesSlide3.xml" Id="Rffe2e381494642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11afba4e04ffb" /><Relationship Type="http://schemas.openxmlformats.org/officeDocument/2006/relationships/notesSlide" Target="/ppt/notesSlides/notesSlide4.xml" Id="R08c51f4af99a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6d524723a4af3" /><Relationship Type="http://schemas.openxmlformats.org/officeDocument/2006/relationships/notesSlide" Target="/ppt/notesSlides/notesSlide5.xml" Id="R656f9f950ca848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77c71d99b14157" /><Relationship Type="http://schemas.openxmlformats.org/officeDocument/2006/relationships/notesSlide" Target="/ppt/notesSlides/notesSlide6.xml" Id="Rc6bac106e90646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9F264-C943-4FC3-8A38-AC993CBF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56200-3F34-45BB-8D6B-E20007B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Инфраструктура и программный стек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57CBA-502E-4060-A949-CD18A0C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Закрытый серверный сегмент хранит данные, изображения и очередь публикаций.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C823C-946B-4326-B2F3-23F2E89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205357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C5281-D3B7-4555-9549-2BCC6574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Инфраструктурная схема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89551-4DA8-42DB-A9EC-F4827AF71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282d07e494fc5"/>
          <a:stretch xmlns:a="http://schemas.openxmlformats.org/drawingml/2006/main"/>
        </p:blipFill>
        <p:spPr>
          <a:xfrm xmlns:a="http://schemas.openxmlformats.org/drawingml/2006/main">
            <a:off x="1614006" y="1285875"/>
            <a:ext cx="8963988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CC966-9692-46D7-ACF4-CE0798E1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Выбранный стек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4E754-0E17-4F88-A07A-1E3B8109E9B4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48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Уровень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Средство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TypeScript и React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Java 21 и Spring Boot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PostgreSQL 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Доступ и шлюз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Spring Security, Nginx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Сборка и 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Maven, IntelliJ IDEA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914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94B3E-2CA2-4EE5-BE97-FCE834EA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Сравнение СУБД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56461-FC72-4ECF-81DC-30C29B17DD34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667000"/>
                <a:gridCol w="2667000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SQLite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Размещение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Встроенный файл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Снимки правил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Текст / JSON функции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Работа с записью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Несколько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пользователей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Несколько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пользователей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Один писатель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Выбор проекта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Основная БД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Локальный прототип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368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0306B-CE39-4993-A745-13E7F6F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Среды разработки Java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35D75-224B-4437-9443-84E908D2D8E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953000"/>
                <a:gridCol w="3048000"/>
              </a:tblGrid>
              <a:tr h="1143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Особенность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Вывод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IntelliJ IDEA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Интегрированная Java-навигация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Основной вариант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VS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Java через расширения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Eclipse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Плагинная Java-экосистема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836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E0AC8-5DC6-4BA9-A6D2-FBF3D7B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Границы проектного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39B3D-1ACE-49C5-8363-CF32C382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Конфигурация 4 vCPU и 8 ГБ для приложения — начальная гипотеза.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2124C-BB25-45F9-AE7A-8894A27D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99,5% доступности нельзя подтвердить одной инфраструктурной схемой.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5E50E-5FA6-4D12-ABD5-05D8CCC2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Ежедневные копии БД и файлов должны проходить восстановление.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2CF58-ABC2-413F-9A16-80F7E18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Выбор СУБД основан на функциях проекта, без заявления о лидерстве по скорости.</a:t>
            </a:r>
          </a:p>
        </p:txBody>
      </p:sp>
    </p:spTree>
    <p:extLst>
      <p:ext uri="{BB962C8B-B14F-4D97-AF65-F5344CB8AC3E}">
        <p14:creationId xmlns:p14="http://schemas.microsoft.com/office/powerpoint/2010/main" val="746271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2026-10-25T21:23:06.9030000Z</dcterms:created>
  <dcterms:modified xsi:type="dcterms:W3CDTF">2026-10-25T21:23:06.9030000Z</dcterms:modified>
</coreProperties>
</file>