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2b7039c4f4354" /><Relationship Type="http://schemas.openxmlformats.org/officeDocument/2006/relationships/extended-properties" Target="/docProps/app.xml" Id="Rda3b3027063e42b4" /><Relationship Type="http://schemas.openxmlformats.org/officeDocument/2006/relationships/officeDocument" Target="/ppt/presentation.xml" Id="R5f9f0f0fc63d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dbd6b4ad644c3"/>
  </p:sldMasterIdLst>
  <p:notesMasterIdLst>
    <p:notesMasterId xmlns:r="http://schemas.openxmlformats.org/officeDocument/2006/relationships" r:id="Rb10ba013be754b8b"/>
  </p:notesMasterIdLst>
  <p:sldIdLst>
    <p:sldId xmlns:r="http://schemas.openxmlformats.org/officeDocument/2006/relationships" id="256" r:id="Rdf6f5d39e1174b94"/>
    <p:sldId xmlns:r="http://schemas.openxmlformats.org/officeDocument/2006/relationships" id="257" r:id="R4cffec316949459d"/>
    <p:sldId xmlns:r="http://schemas.openxmlformats.org/officeDocument/2006/relationships" id="258" r:id="Rcbe0654b2bb14ccc"/>
    <p:sldId xmlns:r="http://schemas.openxmlformats.org/officeDocument/2006/relationships" id="259" r:id="Rf83ec32835d64641"/>
    <p:sldId xmlns:r="http://schemas.openxmlformats.org/officeDocument/2006/relationships" id="260" r:id="R1cc92f727c7e439a"/>
    <p:sldId xmlns:r="http://schemas.openxmlformats.org/officeDocument/2006/relationships" id="261" r:id="R21b6411e69c848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fd0ebc14740c0" /><Relationship Type="http://schemas.openxmlformats.org/officeDocument/2006/relationships/slideMaster" Target="/ppt/slideMasters/slideMaster1.xml" Id="R588dbd6b4ad644c3" /><Relationship Type="http://schemas.openxmlformats.org/officeDocument/2006/relationships/notesMaster" Target="/ppt/notesMasters/notesMaster1.xml" Id="Rb10ba013be754b8b" /><Relationship Type="http://schemas.openxmlformats.org/officeDocument/2006/relationships/presProps" Target="/ppt/presProps.xml" Id="R8d810fe82aa84cdb" /><Relationship Type="http://schemas.openxmlformats.org/officeDocument/2006/relationships/tableStyles" Target="/ppt/tableStyles.xml" Id="Ra2c188c2f2354bf5" /><Relationship Type="http://schemas.openxmlformats.org/officeDocument/2006/relationships/slide" Target="/ppt/slides/slide1.xml" Id="Rdf6f5d39e1174b94" /><Relationship Type="http://schemas.openxmlformats.org/officeDocument/2006/relationships/slide" Target="/ppt/slides/slide2.xml" Id="R4cffec316949459d" /><Relationship Type="http://schemas.openxmlformats.org/officeDocument/2006/relationships/slide" Target="/ppt/slides/slide3.xml" Id="Rcbe0654b2bb14ccc" /><Relationship Type="http://schemas.openxmlformats.org/officeDocument/2006/relationships/slide" Target="/ppt/slides/slide4.xml" Id="Rf83ec32835d64641" /><Relationship Type="http://schemas.openxmlformats.org/officeDocument/2006/relationships/slide" Target="/ppt/slides/slide5.xml" Id="R1cc92f727c7e439a" /><Relationship Type="http://schemas.openxmlformats.org/officeDocument/2006/relationships/slide" Target="/ppt/slides/slide6.xml" Id="R21b6411e69c848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26dc8bd48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7b0e96ebe4cb3" /><Relationship Type="http://schemas.openxmlformats.org/officeDocument/2006/relationships/notesMaster" Target="/ppt/notesMasters/notesMaster1.xml" Id="R19a3987e5f3a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1761c94f484a5e" /><Relationship Type="http://schemas.openxmlformats.org/officeDocument/2006/relationships/notesMaster" Target="/ppt/notesMasters/notesMaster1.xml" Id="R5bb05f8b1d3c44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ce96208e948de" /><Relationship Type="http://schemas.openxmlformats.org/officeDocument/2006/relationships/notesMaster" Target="/ppt/notesMasters/notesMaster1.xml" Id="Rc5f12405092a48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86bc9d468c4627" /><Relationship Type="http://schemas.openxmlformats.org/officeDocument/2006/relationships/notesMaster" Target="/ppt/notesMasters/notesMaster1.xml" Id="R04ce6367055c4a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5d9404da594779" /><Relationship Type="http://schemas.openxmlformats.org/officeDocument/2006/relationships/notesMaster" Target="/ppt/notesMasters/notesMaster1.xml" Id="R0857aac51fb648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4b4fe2d53e49e5" /><Relationship Type="http://schemas.openxmlformats.org/officeDocument/2006/relationships/notesMaster" Target="/ppt/notesMasters/notesMaster1.xml" Id="R5be33d7e091243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2bd25609240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ee74cb5434b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ab202c07748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0b880307b4a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d6b9436bf4f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2a2b870144a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46B29D-BF8E-4F7B-9573-94E5CF0E4C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C6CD95-57E4-43B8-8FD6-69A0DAFE7E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2C8F3B-B39F-4843-BF21-BDDC00BEC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A9FBE6-51CC-42FF-B8B4-B6E59C792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EA4293-3EB8-46AE-81AA-FF4CF8B9B9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5D93CF-B460-4F1E-9418-99C3FA5E0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174BFC-528E-44A2-B295-D69476BCEF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1BB523-A129-49F8-A85A-818E776F79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F94DE6-A43B-4D8A-87B7-503738CA2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C91158-D80D-42AC-945D-352FBE807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cf43fdb42f4124" /><Relationship Type="http://schemas.openxmlformats.org/officeDocument/2006/relationships/slideLayout" Target="/ppt/slideLayouts/slideLayout1.xml" Id="Rd207eb303fb547af" /><Relationship Type="http://schemas.openxmlformats.org/officeDocument/2006/relationships/slideLayout" Target="/ppt/slideLayouts/slideLayout2.xml" Id="R06e6a0dded694b0d" /><Relationship Type="http://schemas.openxmlformats.org/officeDocument/2006/relationships/slideLayout" Target="/ppt/slideLayouts/slideLayout3.xml" Id="Rc77eefc56be44719" /><Relationship Type="http://schemas.openxmlformats.org/officeDocument/2006/relationships/slideLayout" Target="/ppt/slideLayouts/slideLayout4.xml" Id="R307856824fd644d0" /><Relationship Type="http://schemas.openxmlformats.org/officeDocument/2006/relationships/slideLayout" Target="/ppt/slideLayouts/slideLayout5.xml" Id="Rbd3b166fed6e45e0" /><Relationship Type="http://schemas.openxmlformats.org/officeDocument/2006/relationships/slideLayout" Target="/ppt/slideLayouts/slideLayout6.xml" Id="R75be44f9addd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7eb303fb547af"/>
    <p:sldLayoutId xmlns:r="http://schemas.openxmlformats.org/officeDocument/2006/relationships" id="2147483650" r:id="R06e6a0dded694b0d"/>
    <p:sldLayoutId xmlns:r="http://schemas.openxmlformats.org/officeDocument/2006/relationships" id="2147483651" r:id="Rc77eefc56be44719"/>
    <p:sldLayoutId xmlns:r="http://schemas.openxmlformats.org/officeDocument/2006/relationships" id="2147483652" r:id="R307856824fd644d0"/>
    <p:sldLayoutId xmlns:r="http://schemas.openxmlformats.org/officeDocument/2006/relationships" id="2147483653" r:id="Rbd3b166fed6e45e0"/>
    <p:sldLayoutId xmlns:r="http://schemas.openxmlformats.org/officeDocument/2006/relationships" id="2147483654" r:id="R75be44f9addd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eeaf2956e4e8c" /><Relationship Type="http://schemas.openxmlformats.org/officeDocument/2006/relationships/notesSlide" Target="/ppt/notesSlides/notesSlide1.xml" Id="Ra8b892ad96c1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73b232b844530" /><Relationship Type="http://schemas.openxmlformats.org/officeDocument/2006/relationships/image" Target="/ppt/media/image.png" Id="Redc7a93df5154b66" /><Relationship Type="http://schemas.openxmlformats.org/officeDocument/2006/relationships/notesSlide" Target="/ppt/notesSlides/notesSlide2.xml" Id="Rea6e161ca8914a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1360971804cf1" /><Relationship Type="http://schemas.openxmlformats.org/officeDocument/2006/relationships/notesSlide" Target="/ppt/notesSlides/notesSlide3.xml" Id="R52f8d932748d46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45f4fa9464e88" /><Relationship Type="http://schemas.openxmlformats.org/officeDocument/2006/relationships/notesSlide" Target="/ppt/notesSlides/notesSlide4.xml" Id="R42688f090b13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a8cd00fe840e0" /><Relationship Type="http://schemas.openxmlformats.org/officeDocument/2006/relationships/notesSlide" Target="/ppt/notesSlides/notesSlide5.xml" Id="Rb2ba5350da1e4a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c8847853847f2" /><Relationship Type="http://schemas.openxmlformats.org/officeDocument/2006/relationships/notesSlide" Target="/ppt/notesSlides/notesSlide6.xml" Id="Rb8acb2a4eba349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8B7C0-EEB5-41ED-85C8-8A86B698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D48E4-C100-47C4-95BE-AA05A8A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Логическая модель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EB131-C672-48EB-8784-414936A6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29 сущностей обеспечивают модельный ряд, предложения, версии карточек и историю.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0E396-4BCB-47BD-80FA-E4EB62A0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5951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DEBDF-2369-4741-B697-0388688E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Логическая модель данных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E596C-FA4A-4ECF-94A7-3BCC3CBA4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7a93df5154b66"/>
          <a:stretch xmlns:a="http://schemas.openxmlformats.org/drawingml/2006/main"/>
        </p:blipFill>
        <p:spPr>
          <a:xfrm xmlns:a="http://schemas.openxmlformats.org/drawingml/2006/main">
            <a:off x="2552330" y="1285875"/>
            <a:ext cx="708734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79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B64A5-F353-4072-8B46-6A88B296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Выбор содержимого слота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449F7-F5C5-4ADE-B0BF-CC58FEE70F95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286250"/>
                <a:gridCol w="361950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Объект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Что хранит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Ключевое условие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model_line_slot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Точная модель либо группа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Выбран ровно один вариант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slot_selection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 и offer_id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Разрешение до расчёта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supplier_offer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Цена, остаток и дата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Неизменяемый снимок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card_version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Контент и показатели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Одна версия модельного ряда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593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0CFF5-E870-4387-97B6-F8D867C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Код конфигурации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22670-8E5C-4DFC-8AF8-4CDF00E5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Префикс MR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FFC07-A26F-4F67-809A-D259C8F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44967-5863-47F7-8EEB-7F6F7BA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Номер 000153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1E7F-F9F0-40D6-9591-12D5C20F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EBF18-028E-415D-9B22-E681CC30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3837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6AB05-6369-4D73-9C6D-02D618D4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Префикс и номер образуют MR-000153. Номер версии хранится отдельно. UNIQUE защищает от повторов.</a:t>
            </a:r>
          </a:p>
        </p:txBody>
      </p:sp>
    </p:spTree>
    <p:extLst>
      <p:ext uri="{BB962C8B-B14F-4D97-AF65-F5344CB8AC3E}">
        <p14:creationId xmlns:p14="http://schemas.microsoft.com/office/powerpoint/2010/main" val="676362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7F1C-008A-4D37-A58C-1FD3FFC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Статусы карточки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B2430-0AEE-4CC4-AA10-E50FABB7AB85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6200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Смысл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DRAFT / REVIEW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Черновик / проверка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Готова к публикации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PUBLISHED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Подтверждена площадкой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STALE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Нужна актуализация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PUBLISH_ERROR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Ошибка внешней операции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146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656A2-C943-4340-8347-D052E246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Ключи и отношения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FDE9A-CDEB-41E9-A6B0-4C6C6F1E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M:N для ролей пользователей и изображений карточки разрешены таблицами связей.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9D93-89B8-4B21-9F4D-4F222D81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Внешние ключи сохраняют принадлежность слотов, версий и предложений.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5DD0F-F7B0-4805-96CC-9AFC0A5E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Групповые слоты обязательно превращаются в конкретные компоненты.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C0D67-3182-4379-9A91-4A8C3E80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Все 185 атрибутов и 47 связей представлены в единой логической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672469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2026-10-25T21:22:59.7340000Z</dcterms:created>
  <dcterms:modified xsi:type="dcterms:W3CDTF">2026-10-25T21:22:59.7340000Z</dcterms:modified>
</coreProperties>
</file>