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a312e1f1ce483f" /><Relationship Type="http://schemas.openxmlformats.org/officeDocument/2006/relationships/extended-properties" Target="/docProps/app.xml" Id="R2b77ba80ae414b3f" /><Relationship Type="http://schemas.openxmlformats.org/officeDocument/2006/relationships/officeDocument" Target="/ppt/presentation.xml" Id="R5236ef54f78442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fa738008e643a1"/>
  </p:sldMasterIdLst>
  <p:notesMasterIdLst>
    <p:notesMasterId xmlns:r="http://schemas.openxmlformats.org/officeDocument/2006/relationships" r:id="Rf2789c2725bf484f"/>
  </p:notesMasterIdLst>
  <p:sldIdLst>
    <p:sldId xmlns:r="http://schemas.openxmlformats.org/officeDocument/2006/relationships" id="256" r:id="R210ed315d38443ab"/>
    <p:sldId xmlns:r="http://schemas.openxmlformats.org/officeDocument/2006/relationships" id="257" r:id="R4cda145909814dc8"/>
    <p:sldId xmlns:r="http://schemas.openxmlformats.org/officeDocument/2006/relationships" id="258" r:id="R1da33e6693824e5c"/>
    <p:sldId xmlns:r="http://schemas.openxmlformats.org/officeDocument/2006/relationships" id="259" r:id="R844adaadba284898"/>
    <p:sldId xmlns:r="http://schemas.openxmlformats.org/officeDocument/2006/relationships" id="260" r:id="R185b62f5690b4baf"/>
    <p:sldId xmlns:r="http://schemas.openxmlformats.org/officeDocument/2006/relationships" id="261" r:id="Rb90c3dc8006b45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38d6213cd3e4a2c" /><Relationship Type="http://schemas.openxmlformats.org/officeDocument/2006/relationships/slideMaster" Target="/ppt/slideMasters/slideMaster1.xml" Id="Rc4fa738008e643a1" /><Relationship Type="http://schemas.openxmlformats.org/officeDocument/2006/relationships/notesMaster" Target="/ppt/notesMasters/notesMaster1.xml" Id="Rf2789c2725bf484f" /><Relationship Type="http://schemas.openxmlformats.org/officeDocument/2006/relationships/presProps" Target="/ppt/presProps.xml" Id="R146a377d4ee84e5f" /><Relationship Type="http://schemas.openxmlformats.org/officeDocument/2006/relationships/tableStyles" Target="/ppt/tableStyles.xml" Id="R0802a55ecd654920" /><Relationship Type="http://schemas.openxmlformats.org/officeDocument/2006/relationships/slide" Target="/ppt/slides/slide1.xml" Id="R210ed315d38443ab" /><Relationship Type="http://schemas.openxmlformats.org/officeDocument/2006/relationships/slide" Target="/ppt/slides/slide2.xml" Id="R4cda145909814dc8" /><Relationship Type="http://schemas.openxmlformats.org/officeDocument/2006/relationships/slide" Target="/ppt/slides/slide3.xml" Id="R1da33e6693824e5c" /><Relationship Type="http://schemas.openxmlformats.org/officeDocument/2006/relationships/slide" Target="/ppt/slides/slide4.xml" Id="R844adaadba284898" /><Relationship Type="http://schemas.openxmlformats.org/officeDocument/2006/relationships/slide" Target="/ppt/slides/slide5.xml" Id="R185b62f5690b4baf" /><Relationship Type="http://schemas.openxmlformats.org/officeDocument/2006/relationships/slide" Target="/ppt/slides/slide6.xml" Id="Rb90c3dc8006b45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509f929b2f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7dda2cec2a4177" /><Relationship Type="http://schemas.openxmlformats.org/officeDocument/2006/relationships/notesMaster" Target="/ppt/notesMasters/notesMaster1.xml" Id="Rc8f3f5dcae7c44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82d509c2f54779" /><Relationship Type="http://schemas.openxmlformats.org/officeDocument/2006/relationships/notesMaster" Target="/ppt/notesMasters/notesMaster1.xml" Id="Rfc2a0405c7c841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fca69356f640d1" /><Relationship Type="http://schemas.openxmlformats.org/officeDocument/2006/relationships/notesMaster" Target="/ppt/notesMasters/notesMaster1.xml" Id="Re6303c4cbfee45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dd7e85c05a24c62" /><Relationship Type="http://schemas.openxmlformats.org/officeDocument/2006/relationships/notesMaster" Target="/ppt/notesMasters/notesMaster1.xml" Id="R35f8041c3c674c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63791cce224791" /><Relationship Type="http://schemas.openxmlformats.org/officeDocument/2006/relationships/notesMaster" Target="/ppt/notesMasters/notesMaster1.xml" Id="R863cdfdddbdc4f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88267ea66940cf" /><Relationship Type="http://schemas.openxmlformats.org/officeDocument/2006/relationships/notesMaster" Target="/ppt/notesMasters/notesMaster1.xml" Id="Rb5f0b73fdd3a42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bf4db62cc4e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1ad022f2a2443c" /><Relationship Type="http://schemas.openxmlformats.org/officeDocument/2006/relationships/slideLayout" Target="/ppt/slideLayouts/slideLayout1.xml" Id="R62a907feaca74f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a907feaca74f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fcb8e0d794179" /><Relationship Type="http://schemas.openxmlformats.org/officeDocument/2006/relationships/notesSlide" Target="/ppt/notesSlides/notesSlide1.xml" Id="Rcb888c10b26d42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b2942622242d3" /><Relationship Type="http://schemas.openxmlformats.org/officeDocument/2006/relationships/notesSlide" Target="/ppt/notesSlides/notesSlide2.xml" Id="R6c1b2d71eae943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6da7c2c2646ef" /><Relationship Type="http://schemas.openxmlformats.org/officeDocument/2006/relationships/notesSlide" Target="/ppt/notesSlides/notesSlide3.xml" Id="Rdafea54598e349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73f8251a041a1" /><Relationship Type="http://schemas.openxmlformats.org/officeDocument/2006/relationships/notesSlide" Target="/ppt/notesSlides/notesSlide4.xml" Id="R286842cfe94543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283ecb74a4d6a" /><Relationship Type="http://schemas.openxmlformats.org/officeDocument/2006/relationships/notesSlide" Target="/ppt/notesSlides/notesSlide5.xml" Id="Ra52fbb2322b748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b5f02312ff4f62" /><Relationship Type="http://schemas.openxmlformats.org/officeDocument/2006/relationships/notesSlide" Target="/ppt/notesSlides/notesSlide6.xml" Id="R7aaf7884493247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DAD02-CE48-4E74-8D18-7AC4E444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1D3E7-4BC6-4B34-B5C6-8898A21A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Логическая модель данных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B92C6-BC88-43F0-8F39-7F41A0051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29 сущностей обеспечивают модельный ряд, предложения, версии карточек и историю.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B9807-B46D-4328-A3F6-C734BDC4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2124358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6B2488-8BF6-4186-9AEE-5D45F0B5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Основная цепочка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4E2F9C-6BF1-4246-A9A8-E4BC3CF5F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Модельный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ряд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0F476-88FC-4B48-BC7F-48624376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AA9E2A-9D5D-441B-A844-D56DC658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Версия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модельного ряда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88C8A-0BBC-4C19-9AD9-8C02A724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536D5A-5334-4A1C-B2A3-F21E0F1A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Версия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карточки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25B3C-F519-421E-87B0-E08D0240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D4BC0F-0C70-4959-B7A3-303C0D16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Публикация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2C2AC-8B73-47D8-8ABC-D615B76E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Публикация относится к неизменяемому снимку. Новая версия модельного ряда не перезаписывает историю.</a:t>
            </a:r>
          </a:p>
        </p:txBody>
      </p:sp>
    </p:spTree>
    <p:extLst>
      <p:ext uri="{BB962C8B-B14F-4D97-AF65-F5344CB8AC3E}">
        <p14:creationId xmlns:p14="http://schemas.microsoft.com/office/powerpoint/2010/main" val="10310119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B0E7D4-36B2-488E-A344-F22D2B69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Выбор содержимого слота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4286250"/>
                <a:gridCol w="3619500"/>
              </a:tblGrid>
              <a:tr h="9144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Объект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Что хранит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Ключевое условие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model_line_slot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Точная модель либо группа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Выбран ровно один вариант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slot_selection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Компонент и offer_id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Разрешение до расчёта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supplier_offer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Цена, остаток и дата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Неизменяемый снимок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card_version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Контент и показатели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Одна версия модельного ряда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797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5B4F82-6760-443F-85E6-C5883789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Код конфигурации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3E17C-76A0-4E2A-B23E-9AA8BA73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Префикс MR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C56E1-05A8-49F9-9AD6-6292C0FB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3F78B-6B66-4487-9776-F7C066CC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3837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Номер 000153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DE5AF1-E2BB-45B6-AD4F-0FB94E9C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22C510-082E-46B3-BCC8-78211A22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38375"/>
            <a:ext cx="3333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Версия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80615-4E3C-473D-ACBA-2FA7AA3B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Префикс и номер образуют MR-000153. Номер версии хранится отдельно. UNIQUE защищает от повторов.</a:t>
            </a:r>
          </a:p>
        </p:txBody>
      </p:sp>
    </p:spTree>
    <p:extLst>
      <p:ext uri="{BB962C8B-B14F-4D97-AF65-F5344CB8AC3E}">
        <p14:creationId xmlns:p14="http://schemas.microsoft.com/office/powerpoint/2010/main" val="10744567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CC2B9-21D9-432B-AC01-E529F532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Статусы карточки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620000"/>
              </a:tblGrid>
              <a:tr h="762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Код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Смысл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DRAFT / REVIEW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Черновик / проверка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READY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Готова к публикации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PUBLISHED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Подтверждена площадкой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STALE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Нужна актуализация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PUBLISH_ERROR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Ошибка внешней операции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52824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B7BA9D-84E6-4C72-9E79-11692B269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Ключи и отношения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B76A70-AB43-47F7-9847-AAD9341B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M:N для ролей пользователей и изображений карточки разрешены таблицами связей.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C1BDF-4DF4-4041-9C02-6BA78B4A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FK сохраняют принадлежность слотов, версий и предложений.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977364-9CC6-46A1-A21A-FEFB3BC5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Групповые слоты обязательно превращаются в конкретные компоненты.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24D67-201A-4A95-9CFC-50CB44AD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Все 185 атрибутов раскрыты в словаре и физической модели.</a:t>
            </a:r>
          </a:p>
        </p:txBody>
      </p:sp>
    </p:spTree>
    <p:extLst>
      <p:ext uri="{BB962C8B-B14F-4D97-AF65-F5344CB8AC3E}">
        <p14:creationId xmlns:p14="http://schemas.microsoft.com/office/powerpoint/2010/main" val="19006781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2026-10-05T02:43:12.6150000Z</dcterms:created>
  <dcterms:modified xsi:type="dcterms:W3CDTF">2026-10-05T02:43:12.6150000Z</dcterms:modified>
</coreProperties>
</file>