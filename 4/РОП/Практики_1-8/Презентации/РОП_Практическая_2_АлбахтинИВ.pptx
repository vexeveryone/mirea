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a2d7fddd96457f" /><Relationship Type="http://schemas.openxmlformats.org/officeDocument/2006/relationships/extended-properties" Target="/docProps/app.xml" Id="Rb3ec84042c5745e4" /><Relationship Type="http://schemas.openxmlformats.org/officeDocument/2006/relationships/officeDocument" Target="/ppt/presentation.xml" Id="R528f0a6b259c442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6d6e36f22b488d"/>
  </p:sldMasterIdLst>
  <p:notesMasterIdLst>
    <p:notesMasterId xmlns:r="http://schemas.openxmlformats.org/officeDocument/2006/relationships" r:id="R8560a40f4c274f94"/>
  </p:notesMasterIdLst>
  <p:sldIdLst>
    <p:sldId xmlns:r="http://schemas.openxmlformats.org/officeDocument/2006/relationships" id="256" r:id="R695af3602dd14d92"/>
    <p:sldId xmlns:r="http://schemas.openxmlformats.org/officeDocument/2006/relationships" id="257" r:id="R660f3bf21dad4c6b"/>
    <p:sldId xmlns:r="http://schemas.openxmlformats.org/officeDocument/2006/relationships" id="258" r:id="R8657fd6bef734da3"/>
    <p:sldId xmlns:r="http://schemas.openxmlformats.org/officeDocument/2006/relationships" id="259" r:id="R54f2c5e1cb19470a"/>
    <p:sldId xmlns:r="http://schemas.openxmlformats.org/officeDocument/2006/relationships" id="260" r:id="R01426e8cdd0b4f63"/>
    <p:sldId xmlns:r="http://schemas.openxmlformats.org/officeDocument/2006/relationships" id="261" r:id="R3a820b7c447c404f"/>
    <p:sldId xmlns:r="http://schemas.openxmlformats.org/officeDocument/2006/relationships" id="262" r:id="Rb46309d4fc40414f"/>
    <p:sldId xmlns:r="http://schemas.openxmlformats.org/officeDocument/2006/relationships" id="263" r:id="Rb54c44e178c343b3"/>
    <p:sldId xmlns:r="http://schemas.openxmlformats.org/officeDocument/2006/relationships" id="264" r:id="R27046f9affff4bea"/>
    <p:sldId xmlns:r="http://schemas.openxmlformats.org/officeDocument/2006/relationships" id="265" r:id="Rd905692064a1412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8d35ba8aef42fd" /><Relationship Type="http://schemas.openxmlformats.org/officeDocument/2006/relationships/slideMaster" Target="/ppt/slideMasters/slideMaster1.xml" Id="Rf36d6e36f22b488d" /><Relationship Type="http://schemas.openxmlformats.org/officeDocument/2006/relationships/notesMaster" Target="/ppt/notesMasters/notesMaster1.xml" Id="R8560a40f4c274f94" /><Relationship Type="http://schemas.openxmlformats.org/officeDocument/2006/relationships/presProps" Target="/ppt/presProps.xml" Id="Red4706865a0f4285" /><Relationship Type="http://schemas.openxmlformats.org/officeDocument/2006/relationships/tableStyles" Target="/ppt/tableStyles.xml" Id="R1d64c17225fa4cd2" /><Relationship Type="http://schemas.openxmlformats.org/officeDocument/2006/relationships/slide" Target="/ppt/slides/slide1.xml" Id="R695af3602dd14d92" /><Relationship Type="http://schemas.openxmlformats.org/officeDocument/2006/relationships/slide" Target="/ppt/slides/slide2.xml" Id="R660f3bf21dad4c6b" /><Relationship Type="http://schemas.openxmlformats.org/officeDocument/2006/relationships/slide" Target="/ppt/slides/slide3.xml" Id="R8657fd6bef734da3" /><Relationship Type="http://schemas.openxmlformats.org/officeDocument/2006/relationships/slide" Target="/ppt/slides/slide4.xml" Id="R54f2c5e1cb19470a" /><Relationship Type="http://schemas.openxmlformats.org/officeDocument/2006/relationships/slide" Target="/ppt/slides/slide5.xml" Id="R01426e8cdd0b4f63" /><Relationship Type="http://schemas.openxmlformats.org/officeDocument/2006/relationships/slide" Target="/ppt/slides/slide6.xml" Id="R3a820b7c447c404f" /><Relationship Type="http://schemas.openxmlformats.org/officeDocument/2006/relationships/slide" Target="/ppt/slides/slide7.xml" Id="Rb46309d4fc40414f" /><Relationship Type="http://schemas.openxmlformats.org/officeDocument/2006/relationships/slide" Target="/ppt/slides/slide8.xml" Id="Rb54c44e178c343b3" /><Relationship Type="http://schemas.openxmlformats.org/officeDocument/2006/relationships/slide" Target="/ppt/slides/slide9.xml" Id="R27046f9affff4bea" /><Relationship Type="http://schemas.openxmlformats.org/officeDocument/2006/relationships/slide" Target="/ppt/slides/slide10.xml" Id="Rd905692064a141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6658d6d812423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91ed94fcb794712" /><Relationship Type="http://schemas.openxmlformats.org/officeDocument/2006/relationships/notesMaster" Target="/ppt/notesMasters/notesMaster1.xml" Id="Rccd45ce056534e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0a8ebe79148495c" /><Relationship Type="http://schemas.openxmlformats.org/officeDocument/2006/relationships/notesMaster" Target="/ppt/notesMasters/notesMaster1.xml" Id="Rae5ff28f9f4e48c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9476ff5297746ce" /><Relationship Type="http://schemas.openxmlformats.org/officeDocument/2006/relationships/notesMaster" Target="/ppt/notesMasters/notesMaster1.xml" Id="R929c6b44ca644f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c31588536594b37" /><Relationship Type="http://schemas.openxmlformats.org/officeDocument/2006/relationships/notesMaster" Target="/ppt/notesMasters/notesMaster1.xml" Id="Re4e4cec20e3f4f1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6489d64fc24604" /><Relationship Type="http://schemas.openxmlformats.org/officeDocument/2006/relationships/notesMaster" Target="/ppt/notesMasters/notesMaster1.xml" Id="R42401cc58068436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91f17428a249bd" /><Relationship Type="http://schemas.openxmlformats.org/officeDocument/2006/relationships/notesMaster" Target="/ppt/notesMasters/notesMaster1.xml" Id="R179ef633d00743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3cdf416e89847bb" /><Relationship Type="http://schemas.openxmlformats.org/officeDocument/2006/relationships/notesMaster" Target="/ppt/notesMasters/notesMaster1.xml" Id="R131d293724864e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181e894ed134060" /><Relationship Type="http://schemas.openxmlformats.org/officeDocument/2006/relationships/notesMaster" Target="/ppt/notesMasters/notesMaster1.xml" Id="R890e7b4e880b4a9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d3f3fed627d49dd" /><Relationship Type="http://schemas.openxmlformats.org/officeDocument/2006/relationships/notesMaster" Target="/ppt/notesMasters/notesMaster1.xml" Id="Rdf26fca2748c47a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b024f27daa54e66" /><Relationship Type="http://schemas.openxmlformats.org/officeDocument/2006/relationships/notesMaster" Target="/ppt/notesMasters/notesMaster1.xml" Id="Rb61cde7c8fc84d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53a0f63c354ae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d661b70d1b4365" /><Relationship Type="http://schemas.openxmlformats.org/officeDocument/2006/relationships/slideLayout" Target="/ppt/slideLayouts/slideLayout1.xml" Id="R0cf629dc12124d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f629dc12124d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7e4ec08b94613" /><Relationship Type="http://schemas.openxmlformats.org/officeDocument/2006/relationships/notesSlide" Target="/ppt/notesSlides/notesSlide1.xml" Id="R4452d31a749948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13664a97094557" /><Relationship Type="http://schemas.openxmlformats.org/officeDocument/2006/relationships/notesSlide" Target="/ppt/notesSlides/notesSlide2.xml" Id="R5d5016bf4b98419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8cb7644e8f4c14" /><Relationship Type="http://schemas.openxmlformats.org/officeDocument/2006/relationships/image" Target="/ppt/media/image.png" Id="R32741d406475434d" /><Relationship Type="http://schemas.openxmlformats.org/officeDocument/2006/relationships/notesSlide" Target="/ppt/notesSlides/notesSlide3.xml" Id="R71e87dbc6c6041b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e369e3f5254471" /><Relationship Type="http://schemas.openxmlformats.org/officeDocument/2006/relationships/image" Target="/ppt/media/image2.png" Id="R365ea8ea9ae246b3" /><Relationship Type="http://schemas.openxmlformats.org/officeDocument/2006/relationships/notesSlide" Target="/ppt/notesSlides/notesSlide4.xml" Id="R5a8bc79701ab435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ff8517d26146e3" /><Relationship Type="http://schemas.openxmlformats.org/officeDocument/2006/relationships/image" Target="/ppt/media/image3.png" Id="R86c8104ba3bb491c" /><Relationship Type="http://schemas.openxmlformats.org/officeDocument/2006/relationships/notesSlide" Target="/ppt/notesSlides/notesSlide5.xml" Id="R874973ea3af04f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2ee52379e04065" /><Relationship Type="http://schemas.openxmlformats.org/officeDocument/2006/relationships/image" Target="/ppt/media/image4.png" Id="R539ec704c04d4123" /><Relationship Type="http://schemas.openxmlformats.org/officeDocument/2006/relationships/notesSlide" Target="/ppt/notesSlides/notesSlide6.xml" Id="Re18775363054421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5e37ec26714d98" /><Relationship Type="http://schemas.openxmlformats.org/officeDocument/2006/relationships/image" Target="/ppt/media/image5.png" Id="R34f670d516374e9b" /><Relationship Type="http://schemas.openxmlformats.org/officeDocument/2006/relationships/notesSlide" Target="/ppt/notesSlides/notesSlide7.xml" Id="R29b5d5490ba545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cbaca81f349a3" /><Relationship Type="http://schemas.openxmlformats.org/officeDocument/2006/relationships/image" Target="/ppt/media/image6.png" Id="R0a8be8497578412c" /><Relationship Type="http://schemas.openxmlformats.org/officeDocument/2006/relationships/notesSlide" Target="/ppt/notesSlides/notesSlide8.xml" Id="Re09e143c2c2943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8a434f832348cc" /><Relationship Type="http://schemas.openxmlformats.org/officeDocument/2006/relationships/image" Target="/ppt/media/image7.png" Id="R6bae3c4c86b84282" /><Relationship Type="http://schemas.openxmlformats.org/officeDocument/2006/relationships/notesSlide" Target="/ppt/notesSlides/notesSlide9.xml" Id="Rfba1476743f047c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9d5a1049f648e8" /><Relationship Type="http://schemas.openxmlformats.org/officeDocument/2006/relationships/notesSlide" Target="/ppt/notesSlides/notesSlide10.xml" Id="R761ea670d9ee4ec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7E6290-C797-46C1-AA56-FADFE452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Практическое занятие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D27E64-4A41-4700-88E9-9C1531C7D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0"/>
            <a:ext cx="10668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Целевой процесс и архитектура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26088F-0772-46CD-9F4A-F74C8269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10477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TO BE связывает проверенную версию модельного ряда, расчёты, контент и публикацию.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58FFA2-896A-4763-88B9-02952E0F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721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Албахтин И.В.   ИНБО-12-23</a:t>
            </a:r>
          </a:p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Разработка обеспечивающих подсистем   2026</a:t>
            </a:r>
          </a:p>
        </p:txBody>
      </p:sp>
    </p:spTree>
    <p:extLst>
      <p:ext uri="{BB962C8B-B14F-4D97-AF65-F5344CB8AC3E}">
        <p14:creationId xmlns:p14="http://schemas.microsoft.com/office/powerpoint/2010/main" val="14955670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3D7EE6-972D-4AC6-B079-5067135A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Сравнение AS IS и TO BE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mlns:a="http://schemas.openxmlformats.org/drawingml/2006/main" x="571500" y="1381125"/>
          <a:ext xmlns:a="http://schemas.openxmlformats.org/drawingml/2006/main" cx="11049000" cy="4810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4095750"/>
                <a:gridCol w="4476750"/>
              </a:tblGrid>
              <a:tr h="53445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Аспект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AS IS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TO BE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</a:tr>
              <a:tr h="53445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Хранение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Файлы и переписка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Единая ИС и версии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445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Ввод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Копирование и повторный ввод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Карточка из снимка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445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Совместимость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Опыт и сайты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Механизм правил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445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Предложения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Ручное сведение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Импорт и контроль времени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445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Расчёты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Excel и калькулятор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Воспроизводимый расчёт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445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Публикация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Ручное заполнение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Утверждение и очередь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445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Аудит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Разрозненная история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Журнал и уведомления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445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Ошибки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Неуправляемые циклы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Бизнес-возврат и повторы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29246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F6FCC6-ABF2-4F4D-B703-8FAC07A2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IDEF0 TO BE: контекст управляемого процесса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741d406475434d"/>
          <a:stretch xmlns:a="http://schemas.openxmlformats.org/drawingml/2006/main"/>
        </p:blipFill>
        <p:spPr>
          <a:xfrm xmlns:a="http://schemas.openxmlformats.org/drawingml/2006/main">
            <a:off x="1895475" y="1285875"/>
            <a:ext cx="8401050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36235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BC7C4-6DB7-4DFA-8AAA-1EFB075D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IDEF0 TO BE: пять целевых функций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5ea8ea9ae246b3"/>
          <a:stretch xmlns:a="http://schemas.openxmlformats.org/drawingml/2006/main"/>
        </p:blipFill>
        <p:spPr>
          <a:xfrm xmlns:a="http://schemas.openxmlformats.org/drawingml/2006/main">
            <a:off x="1895475" y="1285875"/>
            <a:ext cx="8401050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0186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F3777F-2EA4-470C-8878-750B7494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BPMN TO BE: общий процесс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8104ba3bb491c"/>
          <a:stretch xmlns:a="http://schemas.openxmlformats.org/drawingml/2006/main"/>
        </p:blipFill>
        <p:spPr>
          <a:xfrm xmlns:a="http://schemas.openxmlformats.org/drawingml/2006/main">
            <a:off x="1453510" y="1285875"/>
            <a:ext cx="9284980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651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8D5BE2-71F6-466D-8581-2D13858FC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BPMN TO BE: подготовка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9ec704c04d4123"/>
          <a:stretch xmlns:a="http://schemas.openxmlformats.org/drawingml/2006/main"/>
        </p:blipFill>
        <p:spPr>
          <a:xfrm xmlns:a="http://schemas.openxmlformats.org/drawingml/2006/main">
            <a:off x="1606341" y="1285875"/>
            <a:ext cx="8979318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7224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289CA5-D1E9-4D01-AA2D-26FFB369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BPMN TO BE: очередь и результат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f670d516374e9b"/>
          <a:stretch xmlns:a="http://schemas.openxmlformats.org/drawingml/2006/main"/>
        </p:blipFill>
        <p:spPr>
          <a:xfrm xmlns:a="http://schemas.openxmlformats.org/drawingml/2006/main">
            <a:off x="571500" y="1534296"/>
            <a:ext cx="11049000" cy="45037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6679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1ED0BF-6EFD-424F-87EE-FC048374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Дерево функций системы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8be8497578412c"/>
          <a:stretch xmlns:a="http://schemas.openxmlformats.org/drawingml/2006/main"/>
        </p:blipFill>
        <p:spPr>
          <a:xfrm xmlns:a="http://schemas.openxmlformats.org/drawingml/2006/main">
            <a:off x="571500" y="1297532"/>
            <a:ext cx="11049000" cy="497731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3597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51E322-468C-4081-9041-3E59DAB8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Компоненты целевой системы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ae3c4c86b84282"/>
          <a:stretch xmlns:a="http://schemas.openxmlformats.org/drawingml/2006/main"/>
        </p:blipFill>
        <p:spPr>
          <a:xfrm xmlns:a="http://schemas.openxmlformats.org/drawingml/2006/main">
            <a:off x="2319908" y="1285875"/>
            <a:ext cx="7552184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2923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CC0576-2890-41E3-B9DA-6EFDCAA7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Результаты практики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E3303E-4EBA-4A33-8630-E7B2D345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Запрос сразу создаёт черновую версию модельного ряда.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253FB5-5591-45D6-8422-CF690FC8B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Правила проверяют совместимость, актуальность и полноту до публикации.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522086-3BC2-4A73-844F-1B0C6E1D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Менеджер утверждает конкретную неизменяемую версию.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B64772-6727-48F1-B3B6-CCB4EDD5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Worker сверяет неизвестный результат перед ограниченным повтором.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BE58CE-0DDE-4C44-9AFC-3598A253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912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PostgreSQL, хранилище, адаптеры и аудит поддерживают целевой процесс.</a:t>
            </a:r>
          </a:p>
        </p:txBody>
      </p:sp>
    </p:spTree>
    <p:extLst>
      <p:ext uri="{BB962C8B-B14F-4D97-AF65-F5344CB8AC3E}">
        <p14:creationId xmlns:p14="http://schemas.microsoft.com/office/powerpoint/2010/main" val="20382805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2026-10-05T02:43:10.1840000Z</dcterms:created>
  <dcterms:modified xsi:type="dcterms:W3CDTF">2026-10-05T02:43:10.1840000Z</dcterms:modified>
</coreProperties>
</file>