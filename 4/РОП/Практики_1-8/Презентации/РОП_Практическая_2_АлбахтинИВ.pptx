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9c17a1b95e4e73" /><Relationship Type="http://schemas.openxmlformats.org/officeDocument/2006/relationships/extended-properties" Target="/docProps/app.xml" Id="R9e9dae6e849d4d3f" /><Relationship Type="http://schemas.openxmlformats.org/officeDocument/2006/relationships/officeDocument" Target="/ppt/presentation.xml" Id="R92fef46f695b43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27e07b7af54927"/>
  </p:sldMasterIdLst>
  <p:notesMasterIdLst>
    <p:notesMasterId xmlns:r="http://schemas.openxmlformats.org/officeDocument/2006/relationships" r:id="R27898d9a58b54fa9"/>
  </p:notesMasterIdLst>
  <p:sldIdLst>
    <p:sldId xmlns:r="http://schemas.openxmlformats.org/officeDocument/2006/relationships" id="256" r:id="R1444b47de6e841ad"/>
    <p:sldId xmlns:r="http://schemas.openxmlformats.org/officeDocument/2006/relationships" id="257" r:id="R2900f1b5280e46fd"/>
    <p:sldId xmlns:r="http://schemas.openxmlformats.org/officeDocument/2006/relationships" id="258" r:id="R70ed6bdfa231451f"/>
    <p:sldId xmlns:r="http://schemas.openxmlformats.org/officeDocument/2006/relationships" id="259" r:id="Rf8e451a207b34d60"/>
    <p:sldId xmlns:r="http://schemas.openxmlformats.org/officeDocument/2006/relationships" id="260" r:id="Rbe1a9242a7694f04"/>
    <p:sldId xmlns:r="http://schemas.openxmlformats.org/officeDocument/2006/relationships" id="261" r:id="R3d766ebddff34504"/>
    <p:sldId xmlns:r="http://schemas.openxmlformats.org/officeDocument/2006/relationships" id="262" r:id="R265c084f1ad64469"/>
    <p:sldId xmlns:r="http://schemas.openxmlformats.org/officeDocument/2006/relationships" id="263" r:id="R23de7ee831c44ea1"/>
    <p:sldId xmlns:r="http://schemas.openxmlformats.org/officeDocument/2006/relationships" id="264" r:id="Ra740c3197a3b4322"/>
    <p:sldId xmlns:r="http://schemas.openxmlformats.org/officeDocument/2006/relationships" id="265" r:id="Rbf016e4c055643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f46186380643a4" /><Relationship Type="http://schemas.openxmlformats.org/officeDocument/2006/relationships/slideMaster" Target="/ppt/slideMasters/slideMaster1.xml" Id="Rce27e07b7af54927" /><Relationship Type="http://schemas.openxmlformats.org/officeDocument/2006/relationships/notesMaster" Target="/ppt/notesMasters/notesMaster1.xml" Id="R27898d9a58b54fa9" /><Relationship Type="http://schemas.openxmlformats.org/officeDocument/2006/relationships/presProps" Target="/ppt/presProps.xml" Id="R67db7e115e154292" /><Relationship Type="http://schemas.openxmlformats.org/officeDocument/2006/relationships/tableStyles" Target="/ppt/tableStyles.xml" Id="Rce1f2105953c4567" /><Relationship Type="http://schemas.openxmlformats.org/officeDocument/2006/relationships/slide" Target="/ppt/slides/slide1.xml" Id="R1444b47de6e841ad" /><Relationship Type="http://schemas.openxmlformats.org/officeDocument/2006/relationships/slide" Target="/ppt/slides/slide2.xml" Id="R2900f1b5280e46fd" /><Relationship Type="http://schemas.openxmlformats.org/officeDocument/2006/relationships/slide" Target="/ppt/slides/slide3.xml" Id="R70ed6bdfa231451f" /><Relationship Type="http://schemas.openxmlformats.org/officeDocument/2006/relationships/slide" Target="/ppt/slides/slide4.xml" Id="Rf8e451a207b34d60" /><Relationship Type="http://schemas.openxmlformats.org/officeDocument/2006/relationships/slide" Target="/ppt/slides/slide5.xml" Id="Rbe1a9242a7694f04" /><Relationship Type="http://schemas.openxmlformats.org/officeDocument/2006/relationships/slide" Target="/ppt/slides/slide6.xml" Id="R3d766ebddff34504" /><Relationship Type="http://schemas.openxmlformats.org/officeDocument/2006/relationships/slide" Target="/ppt/slides/slide7.xml" Id="R265c084f1ad64469" /><Relationship Type="http://schemas.openxmlformats.org/officeDocument/2006/relationships/slide" Target="/ppt/slides/slide8.xml" Id="R23de7ee831c44ea1" /><Relationship Type="http://schemas.openxmlformats.org/officeDocument/2006/relationships/slide" Target="/ppt/slides/slide9.xml" Id="Ra740c3197a3b4322" /><Relationship Type="http://schemas.openxmlformats.org/officeDocument/2006/relationships/slide" Target="/ppt/slides/slide10.xml" Id="Rbf016e4c055643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e780516ae343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3ce92773e14c75" /><Relationship Type="http://schemas.openxmlformats.org/officeDocument/2006/relationships/notesMaster" Target="/ppt/notesMasters/notesMaster1.xml" Id="R6e0178cca1a442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5a432b2dd940bc" /><Relationship Type="http://schemas.openxmlformats.org/officeDocument/2006/relationships/notesMaster" Target="/ppt/notesMasters/notesMaster1.xml" Id="R1e610fb712a642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3767fd149e4d29" /><Relationship Type="http://schemas.openxmlformats.org/officeDocument/2006/relationships/notesMaster" Target="/ppt/notesMasters/notesMaster1.xml" Id="R17b5c04e64e848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166e98b0b84099" /><Relationship Type="http://schemas.openxmlformats.org/officeDocument/2006/relationships/notesMaster" Target="/ppt/notesMasters/notesMaster1.xml" Id="R7b019728a3564a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b07d13ba3845ee" /><Relationship Type="http://schemas.openxmlformats.org/officeDocument/2006/relationships/notesMaster" Target="/ppt/notesMasters/notesMaster1.xml" Id="R38feb7bfc51141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c78801cfd7483d" /><Relationship Type="http://schemas.openxmlformats.org/officeDocument/2006/relationships/notesMaster" Target="/ppt/notesMasters/notesMaster1.xml" Id="R0530dcb6b65a47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b59d30a71f40de" /><Relationship Type="http://schemas.openxmlformats.org/officeDocument/2006/relationships/notesMaster" Target="/ppt/notesMasters/notesMaster1.xml" Id="R3f52c0a60bc740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6547476f8f44cf" /><Relationship Type="http://schemas.openxmlformats.org/officeDocument/2006/relationships/notesMaster" Target="/ppt/notesMasters/notesMaster1.xml" Id="Rc23f3626befa4e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b4819625fe4f2f" /><Relationship Type="http://schemas.openxmlformats.org/officeDocument/2006/relationships/notesMaster" Target="/ppt/notesMasters/notesMaster1.xml" Id="Rd1a3665c89be43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0ec1a31de048b8" /><Relationship Type="http://schemas.openxmlformats.org/officeDocument/2006/relationships/notesMaster" Target="/ppt/notesMasters/notesMaster1.xml" Id="Rf434a556872848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d026b5f7ea49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9dfb906fd34fd2" /><Relationship Type="http://schemas.openxmlformats.org/officeDocument/2006/relationships/slideLayout" Target="/ppt/slideLayouts/slideLayout1.xml" Id="R4c7a67f223a842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7a67f223a842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9cde003624023" /><Relationship Type="http://schemas.openxmlformats.org/officeDocument/2006/relationships/notesSlide" Target="/ppt/notesSlides/notesSlide1.xml" Id="R6041f7af360c40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8819d499945f4" /><Relationship Type="http://schemas.openxmlformats.org/officeDocument/2006/relationships/notesSlide" Target="/ppt/notesSlides/notesSlide2.xml" Id="R36f0c2f9d0d141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b43fcd4794542" /><Relationship Type="http://schemas.openxmlformats.org/officeDocument/2006/relationships/image" Target="/ppt/media/image.png" Id="R650eb5b03a414289" /><Relationship Type="http://schemas.openxmlformats.org/officeDocument/2006/relationships/notesSlide" Target="/ppt/notesSlides/notesSlide3.xml" Id="Rf988684cc4f34a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e53f7d58546ac" /><Relationship Type="http://schemas.openxmlformats.org/officeDocument/2006/relationships/image" Target="/ppt/media/image2.png" Id="Ra05978a3df834ce2" /><Relationship Type="http://schemas.openxmlformats.org/officeDocument/2006/relationships/notesSlide" Target="/ppt/notesSlides/notesSlide4.xml" Id="R6ec69fbcb15d45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f1eff0fba481e" /><Relationship Type="http://schemas.openxmlformats.org/officeDocument/2006/relationships/image" Target="/ppt/media/image3.png" Id="R2b7397343fa346f5" /><Relationship Type="http://schemas.openxmlformats.org/officeDocument/2006/relationships/notesSlide" Target="/ppt/notesSlides/notesSlide5.xml" Id="R095171ed018340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725a8b66f4f9f" /><Relationship Type="http://schemas.openxmlformats.org/officeDocument/2006/relationships/image" Target="/ppt/media/image4.png" Id="R7de597416b074cc1" /><Relationship Type="http://schemas.openxmlformats.org/officeDocument/2006/relationships/notesSlide" Target="/ppt/notesSlides/notesSlide6.xml" Id="Rf87dae33d7a84c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2f042da2d47c9" /><Relationship Type="http://schemas.openxmlformats.org/officeDocument/2006/relationships/image" Target="/ppt/media/image5.png" Id="R4329ac5b80c94734" /><Relationship Type="http://schemas.openxmlformats.org/officeDocument/2006/relationships/notesSlide" Target="/ppt/notesSlides/notesSlide7.xml" Id="R6a13e01939de4f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70115432c04b63" /><Relationship Type="http://schemas.openxmlformats.org/officeDocument/2006/relationships/image" Target="/ppt/media/image6.png" Id="R155f4bf9d4a445b3" /><Relationship Type="http://schemas.openxmlformats.org/officeDocument/2006/relationships/notesSlide" Target="/ppt/notesSlides/notesSlide8.xml" Id="R4653cb3753094c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43e9b4a6c42bf" /><Relationship Type="http://schemas.openxmlformats.org/officeDocument/2006/relationships/image" Target="/ppt/media/image7.png" Id="R2c5d847692ff4c03" /><Relationship Type="http://schemas.openxmlformats.org/officeDocument/2006/relationships/notesSlide" Target="/ppt/notesSlides/notesSlide9.xml" Id="R91d06913e6a942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c31d30fc84e44" /><Relationship Type="http://schemas.openxmlformats.org/officeDocument/2006/relationships/notesSlide" Target="/ppt/notesSlides/notesSlide10.xml" Id="Re8cb2cc2514740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EFB8B-2D88-4716-92AF-6AEB90DD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82CB5-61C5-4EEB-98AB-3BCCEC9F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Целевой процесс и архитектура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D4A068-CFB7-427C-9713-8A57517F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TO BE связывает проверенную версию модельного ряда, расчёты, контент и публикацию.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79162-666E-414D-8CCE-E06FBC0F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13381081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2DFDC-C91B-4F53-A7DA-225190DB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Сравнение AS IS и TO BE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381125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095750"/>
                <a:gridCol w="4476750"/>
              </a:tblGrid>
              <a:tr h="53445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Аспект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AS IS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TO BE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Хранение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Файлы и переписка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Единая ИС и версии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Ввод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Копирование и повторный ввод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Карточка из снимка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Совместимость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Опыт и сайты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Механизм правил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Предложения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Ручное сведение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Импорт и контроль времени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Расчёты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Excel и калькулятор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Воспроизводимый расчёт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Публикация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Ручное заполнение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Утверждение и очередь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Аудит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Разрозненная история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Журнал и уведомления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Ошибки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Неуправляемые циклы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Бизнес-возврат и повторы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15618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FA1B25-8D17-436B-A118-220AA130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TO BE: контекст управляемого процесса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eb5b03a414289"/>
          <a:stretch xmlns:a="http://schemas.openxmlformats.org/drawingml/2006/main"/>
        </p:blipFill>
        <p:spPr>
          <a:xfrm xmlns:a="http://schemas.openxmlformats.org/drawingml/2006/main">
            <a:off x="1791338" y="1285875"/>
            <a:ext cx="8609323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434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B5173-2E38-4DF1-AB03-3C1C6CE1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TO BE: шесть целевых функций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978a3df834ce2"/>
          <a:stretch xmlns:a="http://schemas.openxmlformats.org/drawingml/2006/main"/>
        </p:blipFill>
        <p:spPr>
          <a:xfrm xmlns:a="http://schemas.openxmlformats.org/drawingml/2006/main">
            <a:off x="2015931" y="1285875"/>
            <a:ext cx="8160137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2620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4D51D8-69AA-4DAD-9BEB-DDFAC5F2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TO BE: общий процесс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397343fa346f5"/>
          <a:stretch xmlns:a="http://schemas.openxmlformats.org/drawingml/2006/main"/>
        </p:blipFill>
        <p:spPr>
          <a:xfrm xmlns:a="http://schemas.openxmlformats.org/drawingml/2006/main">
            <a:off x="1623029" y="1285875"/>
            <a:ext cx="8945942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5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67978-C35D-4353-B49E-00C123E9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TO BE: подготовка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597416b074cc1"/>
          <a:stretch xmlns:a="http://schemas.openxmlformats.org/drawingml/2006/main"/>
        </p:blipFill>
        <p:spPr>
          <a:xfrm xmlns:a="http://schemas.openxmlformats.org/drawingml/2006/main">
            <a:off x="1758507" y="1285875"/>
            <a:ext cx="8674986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830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CCFDD6-F518-4A87-AD75-7BD2B72D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TO BE: очередь и результат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29ac5b80c94734"/>
          <a:stretch xmlns:a="http://schemas.openxmlformats.org/drawingml/2006/main"/>
        </p:blipFill>
        <p:spPr>
          <a:xfrm xmlns:a="http://schemas.openxmlformats.org/drawingml/2006/main">
            <a:off x="571500" y="1655719"/>
            <a:ext cx="11049000" cy="426093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5347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44F4D-5F81-4D42-9BF1-1C71A3A9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Дерево функций системы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f4bf9d4a445b3"/>
          <a:stretch xmlns:a="http://schemas.openxmlformats.org/drawingml/2006/main"/>
        </p:blipFill>
        <p:spPr>
          <a:xfrm xmlns:a="http://schemas.openxmlformats.org/drawingml/2006/main">
            <a:off x="854857" y="1285875"/>
            <a:ext cx="10482286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8088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8AD17-B71E-4CF1-8F36-9EAF8A45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Компоненты целевой системы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847692ff4c03"/>
          <a:stretch xmlns:a="http://schemas.openxmlformats.org/drawingml/2006/main"/>
        </p:blipFill>
        <p:spPr>
          <a:xfrm xmlns:a="http://schemas.openxmlformats.org/drawingml/2006/main">
            <a:off x="2478555" y="1285875"/>
            <a:ext cx="7234890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784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0D884-DF75-4E5C-A265-79E6BC32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Результаты практики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BB443-9B62-4D6B-99D7-EB59B8BE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Запрос сразу создаёт черновую версию модельного ряда.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4875B-877D-477C-9F9B-0F8A7061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Правила проверяют совместимость, актуальность и полноту до публикации.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68688-8594-4EEB-ACF2-7D1D7171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Менеджер утверждает конкретную неизменяемую версию.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4CDBD-D8FB-4257-B5D0-2FF95412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Worker сверяет неизвестный результат перед ограниченным повтором.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EC6B3-44C4-43AB-82C9-51C68D47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PostgreSQL, хранилище, адаптеры и аудит поддерживают целевой процесс.</a:t>
            </a:r>
          </a:p>
        </p:txBody>
      </p:sp>
    </p:spTree>
    <p:extLst>
      <p:ext uri="{BB962C8B-B14F-4D97-AF65-F5344CB8AC3E}">
        <p14:creationId xmlns:p14="http://schemas.microsoft.com/office/powerpoint/2010/main" val="1932772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2026-09-28T12:23:12.4740000Z</dcterms:created>
  <dcterms:modified xsi:type="dcterms:W3CDTF">2026-09-28T12:23:12.4740000Z</dcterms:modified>
</coreProperties>
</file>