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18d48a75334625" /><Relationship Type="http://schemas.openxmlformats.org/officeDocument/2006/relationships/extended-properties" Target="/docProps/app.xml" Id="R50ba2c735693467f" /><Relationship Type="http://schemas.openxmlformats.org/officeDocument/2006/relationships/officeDocument" Target="/ppt/presentation.xml" Id="R044f121cd46c46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297191511f34a40"/>
  </p:sldMasterIdLst>
  <p:notesMasterIdLst>
    <p:notesMasterId xmlns:r="http://schemas.openxmlformats.org/officeDocument/2006/relationships" r:id="R06387560b8a94e6f"/>
  </p:notesMasterIdLst>
  <p:sldIdLst>
    <p:sldId xmlns:r="http://schemas.openxmlformats.org/officeDocument/2006/relationships" id="256" r:id="R63e7011306ac4994"/>
    <p:sldId xmlns:r="http://schemas.openxmlformats.org/officeDocument/2006/relationships" id="257" r:id="R1a985e80caf945aa"/>
    <p:sldId xmlns:r="http://schemas.openxmlformats.org/officeDocument/2006/relationships" id="258" r:id="R1143247f8df045f7"/>
    <p:sldId xmlns:r="http://schemas.openxmlformats.org/officeDocument/2006/relationships" id="259" r:id="R2dd79600df7a482f"/>
    <p:sldId xmlns:r="http://schemas.openxmlformats.org/officeDocument/2006/relationships" id="260" r:id="R079f7e807d5343e1"/>
    <p:sldId xmlns:r="http://schemas.openxmlformats.org/officeDocument/2006/relationships" id="261" r:id="R442da048339f4f4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7d89c866164023" /><Relationship Type="http://schemas.openxmlformats.org/officeDocument/2006/relationships/slideMaster" Target="/ppt/slideMasters/slideMaster1.xml" Id="R5297191511f34a40" /><Relationship Type="http://schemas.openxmlformats.org/officeDocument/2006/relationships/notesMaster" Target="/ppt/notesMasters/notesMaster1.xml" Id="R06387560b8a94e6f" /><Relationship Type="http://schemas.openxmlformats.org/officeDocument/2006/relationships/presProps" Target="/ppt/presProps.xml" Id="R00ba6a42b472469b" /><Relationship Type="http://schemas.openxmlformats.org/officeDocument/2006/relationships/tableStyles" Target="/ppt/tableStyles.xml" Id="R26a1483827824819" /><Relationship Type="http://schemas.openxmlformats.org/officeDocument/2006/relationships/slide" Target="/ppt/slides/slide1.xml" Id="R63e7011306ac4994" /><Relationship Type="http://schemas.openxmlformats.org/officeDocument/2006/relationships/slide" Target="/ppt/slides/slide2.xml" Id="R1a985e80caf945aa" /><Relationship Type="http://schemas.openxmlformats.org/officeDocument/2006/relationships/slide" Target="/ppt/slides/slide3.xml" Id="R1143247f8df045f7" /><Relationship Type="http://schemas.openxmlformats.org/officeDocument/2006/relationships/slide" Target="/ppt/slides/slide4.xml" Id="R2dd79600df7a482f" /><Relationship Type="http://schemas.openxmlformats.org/officeDocument/2006/relationships/slide" Target="/ppt/slides/slide5.xml" Id="R079f7e807d5343e1" /><Relationship Type="http://schemas.openxmlformats.org/officeDocument/2006/relationships/slide" Target="/ppt/slides/slide6.xml" Id="R442da048339f4f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6603616e8042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60ea01a949469e" /><Relationship Type="http://schemas.openxmlformats.org/officeDocument/2006/relationships/notesMaster" Target="/ppt/notesMasters/notesMaster1.xml" Id="Rd9a27b8fa5cc41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d8ace06d894d7d" /><Relationship Type="http://schemas.openxmlformats.org/officeDocument/2006/relationships/notesMaster" Target="/ppt/notesMasters/notesMaster1.xml" Id="R113969fb648d45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3b4fb1a232e46c0" /><Relationship Type="http://schemas.openxmlformats.org/officeDocument/2006/relationships/notesMaster" Target="/ppt/notesMasters/notesMaster1.xml" Id="R644fd2670b45496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9992db3d3e40dc" /><Relationship Type="http://schemas.openxmlformats.org/officeDocument/2006/relationships/notesMaster" Target="/ppt/notesMasters/notesMaster1.xml" Id="R711284db02ef4c0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9be40654d04327" /><Relationship Type="http://schemas.openxmlformats.org/officeDocument/2006/relationships/notesMaster" Target="/ppt/notesMasters/notesMaster1.xml" Id="R1689007f6e964c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efdfbebf6844b7" /><Relationship Type="http://schemas.openxmlformats.org/officeDocument/2006/relationships/notesMaster" Target="/ppt/notesMasters/notesMaster1.xml" Id="Rec35873ef3ba410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>Изображение из редактора OmniNotation. Редактируемый .nsbpmn находится в комплекте.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Методические материалы РОП, практические занятия 1–8, 2026–2027. Вариант: первая практика Албахтина И.В. Полные схемы и описание: единый отчёт в комплекте. Все параметры нагрузки и примеры расчётов — учебные проектные значения.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d8a276d6f243d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6721d2f3184349" /><Relationship Type="http://schemas.openxmlformats.org/officeDocument/2006/relationships/slideLayout" Target="/ppt/slideLayouts/slideLayout1.xml" Id="Rb538cda3454146a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38cda3454146a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962744a40542a4" /><Relationship Type="http://schemas.openxmlformats.org/officeDocument/2006/relationships/notesSlide" Target="/ppt/notesSlides/notesSlide1.xml" Id="Rf67ad20c0f6947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85c4e77dd496b" /><Relationship Type="http://schemas.openxmlformats.org/officeDocument/2006/relationships/image" Target="/ppt/media/image.png" Id="R35dbcd724c3c481a" /><Relationship Type="http://schemas.openxmlformats.org/officeDocument/2006/relationships/notesSlide" Target="/ppt/notesSlides/notesSlide2.xml" Id="Rbb20fc7adfa546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37de472b7945ef" /><Relationship Type="http://schemas.openxmlformats.org/officeDocument/2006/relationships/notesSlide" Target="/ppt/notesSlides/notesSlide3.xml" Id="Rd90ae7f31ffb45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c4a895b63f48af" /><Relationship Type="http://schemas.openxmlformats.org/officeDocument/2006/relationships/notesSlide" Target="/ppt/notesSlides/notesSlide4.xml" Id="R8589d6b9533441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d5ed61c0345b5" /><Relationship Type="http://schemas.openxmlformats.org/officeDocument/2006/relationships/notesSlide" Target="/ppt/notesSlides/notesSlide5.xml" Id="R0ec462ccdea748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8035a3507437a" /><Relationship Type="http://schemas.openxmlformats.org/officeDocument/2006/relationships/notesSlide" Target="/ppt/notesSlides/notesSlide6.xml" Id="R7e0d9e99008246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3C37B-1FE3-4CB6-A3F8-AEB45C19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Практическое занятие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A5DD0-4752-4A23-B49E-0AB89BE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0"/>
            <a:ext cx="10668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Целевой процесс и архитектура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F52F42-F8B3-4CD7-89DD-9A487AB0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047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Версия BOM связывает состав, расчёты и публикацию карточки.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CAB42-EC45-4A26-AA98-8151D149E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7212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Албахтин И.В.   ИНБО-12-23</a:t>
            </a:r>
          </a:p>
          <a:p xmlns:a="http://schemas.openxmlformats.org/drawingml/2006/main">
            <a:pPr>
              <a:defRPr sz="1800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Разработка обеспечивающих подсистем   2026</a:t>
            </a:r>
          </a:p>
        </p:txBody>
      </p:sp>
    </p:spTree>
    <p:extLst>
      <p:ext uri="{BB962C8B-B14F-4D97-AF65-F5344CB8AC3E}">
        <p14:creationId xmlns:p14="http://schemas.microsoft.com/office/powerpoint/2010/main" val="3136687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B1577-65E3-494F-8D6E-7A76ACD1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Целевой процесс BPMN</a:t>
            </a:r>
          </a:p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bcd724c3c481a"/>
          <a:stretch xmlns:a="http://schemas.openxmlformats.org/drawingml/2006/main"/>
        </p:blipFill>
        <p:spPr>
          <a:xfrm xmlns:a="http://schemas.openxmlformats.org/drawingml/2006/main">
            <a:off x="1855520" y="1285875"/>
            <a:ext cx="8480959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1670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ADDED-F846-4234-BD02-78AC37B8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Функциональная структура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50EE10-BBB3-405C-BA00-40D93C80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BOM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правила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BFCFCB-D6A3-4401-AD55-FCF1C6B2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8494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EA846A-D1C3-4E5B-9434-52F8C3A5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19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Предложения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поставщиков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ADF8E4-61F9-4E90-BD63-9B6086FB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F267C3-4327-44DB-9788-B29481FD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Расчёты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контент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5835D-0458-4304-A471-2E9A8398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9181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4CBAC-9755-47BF-B26C-8BF50DA0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406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Публикация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статус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02227A-C5E6-48E0-B4D0-50CB3601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Администрирование обеспечивает доступ, справочники и аудит для всех функций.</a:t>
            </a:r>
          </a:p>
        </p:txBody>
      </p:sp>
    </p:spTree>
    <p:extLst>
      <p:ext uri="{BB962C8B-B14F-4D97-AF65-F5344CB8AC3E}">
        <p14:creationId xmlns:p14="http://schemas.microsoft.com/office/powerpoint/2010/main" val="9463608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A44C84-0939-4BFE-9FB0-E7079E66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Компоненты модульного монолита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A4FE69-B88D-456E-9E3C-E64935F1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Web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интерфейс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66BFD1-7518-4FDB-9FA7-4D7E43F9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8494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FE02E-174D-4BD5-9963-8F895386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719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Бизнес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сервисы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C5D8EF-0555-4CC0-8C06-415F1464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8838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04E6E8-C547-4514-830C-0ED562E3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063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Данные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очередь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CE8CC-48B1-4999-8982-7B67B8E22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9181" y="2800350"/>
            <a:ext cx="228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44444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6E34C6-8497-4888-85C5-C0420D56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5406" y="2238375"/>
            <a:ext cx="2416969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33333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Worker</a:t>
            </a:r>
          </a:p>
          <a:p xmlns:a="http://schemas.openxmlformats.org/drawingml/2006/main">
            <a:pPr algn="ctr">
              <a:defRPr sz="1875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111"/>
                </a:solidFill>
                <a:latin typeface="Arial"/>
                <a:ea typeface="Arial"/>
                <a:cs typeface="Arial"/>
              </a:rPr>
              <a:t>и адаптеры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614773-DC50-4773-B1DA-0D4EAB51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29125"/>
            <a:ext cx="10572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PostgreSQL хранит версии и устойчивую очередь. Изображения находятся в отдельном хранилище.</a:t>
            </a:r>
          </a:p>
        </p:txBody>
      </p:sp>
    </p:spTree>
    <p:extLst>
      <p:ext uri="{BB962C8B-B14F-4D97-AF65-F5344CB8AC3E}">
        <p14:creationId xmlns:p14="http://schemas.microsoft.com/office/powerpoint/2010/main" val="11326713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30A78-887E-4BD9-82C1-0ECEDAA2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Ключевые сценарии</a:t>
            </a:r>
          </a:p>
        </p:txBody>
      </p:sp>
      <p:graphicFrame>
        <p:nvGraphicFramePr>
          <p:cNvPr id="4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110490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3048000"/>
                <a:gridCol w="4191000"/>
              </a:tblGrid>
              <a:tr h="9144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Сценарий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Ответственный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Результат</a:t>
                      </a:r>
                    </a:p>
                  </a:txBody>
                  <a:tcPr marL="91440" marR="91440" marT="45720" marB="45720">
                    <a:solidFill>
                      <a:srgbClr val="F1F1F1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Создание и проверка BOM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Инженер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Проверенная версия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Обновление предложений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Склад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Свежие снимки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Массовая замена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Инженер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Версии и конфликты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Подготовка и публикация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Менеджер, дизайнер, ИС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61616"/>
                          </a:solidFill>
                          <a:latin typeface="Arial"/>
                          <a:ea typeface="Arial"/>
                          <a:cs typeface="Arial"/>
                        </a:rPr>
                        <a:t>Карточка и итог отправки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2063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821EA9-345F-4BFA-9E4C-4A7F41BF5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3375"/>
            <a:ext cx="1104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61616"/>
                </a:solidFill>
                <a:latin typeface="Arial"/>
                <a:ea typeface="Arial"/>
                <a:cs typeface="Arial"/>
              </a:rPr>
              <a:t>Условия согласованности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E8FBA1-DBCF-4FEB-85C2-91FDAFA73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240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Изменение состава повторно запускает совместимость, цену, массу и полноту.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EFF22A-40F7-424B-A937-04FC58B7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908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Менеджер утверждает конкретную версию перед публикацией.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C1508-ED15-4373-91D6-E660FEBE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576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При потере ответа сначала сверяется результат внешней операции.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512D3B-8C09-4F45-8CF5-BF9EC19C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1616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1616"/>
                </a:solidFill>
                <a:latin typeface="Arial"/>
                <a:ea typeface="Arial"/>
                <a:cs typeface="Arial"/>
              </a:rPr>
              <a:t>Целевые NFR требуют проверки на будущей реализации.</a:t>
            </a:r>
          </a:p>
        </p:txBody>
      </p:sp>
    </p:spTree>
    <p:extLst>
      <p:ext uri="{BB962C8B-B14F-4D97-AF65-F5344CB8AC3E}">
        <p14:creationId xmlns:p14="http://schemas.microsoft.com/office/powerpoint/2010/main" val="21096224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2026-09-17T13:02:32.5410000Z</dcterms:created>
  <dcterms:modified xsi:type="dcterms:W3CDTF">2026-09-17T13:02:32.5410000Z</dcterms:modified>
</coreProperties>
</file>