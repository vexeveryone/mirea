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9bcede054443f" /><Relationship Type="http://schemas.openxmlformats.org/officeDocument/2006/relationships/extended-properties" Target="/docProps/app.xml" Id="Rf5d443c920cf4997" /><Relationship Type="http://schemas.openxmlformats.org/officeDocument/2006/relationships/officeDocument" Target="/ppt/presentation.xml" Id="R6e2a8e13e5aa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6a853f5264cbc"/>
  </p:sldMasterIdLst>
  <p:notesMasterIdLst>
    <p:notesMasterId xmlns:r="http://schemas.openxmlformats.org/officeDocument/2006/relationships" r:id="R62e1d5ed05884f96"/>
  </p:notesMasterIdLst>
  <p:sldIdLst>
    <p:sldId xmlns:r="http://schemas.openxmlformats.org/officeDocument/2006/relationships" id="256" r:id="Rfbec5f3c17504976"/>
    <p:sldId xmlns:r="http://schemas.openxmlformats.org/officeDocument/2006/relationships" id="257" r:id="R80730229b8444a87"/>
    <p:sldId xmlns:r="http://schemas.openxmlformats.org/officeDocument/2006/relationships" id="258" r:id="R90c25645aeb44e21"/>
    <p:sldId xmlns:r="http://schemas.openxmlformats.org/officeDocument/2006/relationships" id="259" r:id="Raffa92c6f2104e3b"/>
    <p:sldId xmlns:r="http://schemas.openxmlformats.org/officeDocument/2006/relationships" id="260" r:id="Rd5f3222b207a4084"/>
    <p:sldId xmlns:r="http://schemas.openxmlformats.org/officeDocument/2006/relationships" id="261" r:id="R8b225176dc914f7e"/>
    <p:sldId xmlns:r="http://schemas.openxmlformats.org/officeDocument/2006/relationships" id="262" r:id="R204305f24e9144ca"/>
    <p:sldId xmlns:r="http://schemas.openxmlformats.org/officeDocument/2006/relationships" id="263" r:id="R00f9fd11d34146df"/>
    <p:sldId xmlns:r="http://schemas.openxmlformats.org/officeDocument/2006/relationships" id="264" r:id="R3d33d014a22040cf"/>
    <p:sldId xmlns:r="http://schemas.openxmlformats.org/officeDocument/2006/relationships" id="265" r:id="R95f82111c40449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c5c191dfd4ae0" /><Relationship Type="http://schemas.openxmlformats.org/officeDocument/2006/relationships/slideMaster" Target="/ppt/slideMasters/slideMaster1.xml" Id="Re9c6a853f5264cbc" /><Relationship Type="http://schemas.openxmlformats.org/officeDocument/2006/relationships/notesMaster" Target="/ppt/notesMasters/notesMaster1.xml" Id="R62e1d5ed05884f96" /><Relationship Type="http://schemas.openxmlformats.org/officeDocument/2006/relationships/presProps" Target="/ppt/presProps.xml" Id="R794863acd21743f0" /><Relationship Type="http://schemas.openxmlformats.org/officeDocument/2006/relationships/tableStyles" Target="/ppt/tableStyles.xml" Id="Rdba54a42214740aa" /><Relationship Type="http://schemas.openxmlformats.org/officeDocument/2006/relationships/slide" Target="/ppt/slides/slide1.xml" Id="Rfbec5f3c17504976" /><Relationship Type="http://schemas.openxmlformats.org/officeDocument/2006/relationships/slide" Target="/ppt/slides/slide2.xml" Id="R80730229b8444a87" /><Relationship Type="http://schemas.openxmlformats.org/officeDocument/2006/relationships/slide" Target="/ppt/slides/slide3.xml" Id="R90c25645aeb44e21" /><Relationship Type="http://schemas.openxmlformats.org/officeDocument/2006/relationships/slide" Target="/ppt/slides/slide4.xml" Id="Raffa92c6f2104e3b" /><Relationship Type="http://schemas.openxmlformats.org/officeDocument/2006/relationships/slide" Target="/ppt/slides/slide5.xml" Id="Rd5f3222b207a4084" /><Relationship Type="http://schemas.openxmlformats.org/officeDocument/2006/relationships/slide" Target="/ppt/slides/slide6.xml" Id="R8b225176dc914f7e" /><Relationship Type="http://schemas.openxmlformats.org/officeDocument/2006/relationships/slide" Target="/ppt/slides/slide7.xml" Id="R204305f24e9144ca" /><Relationship Type="http://schemas.openxmlformats.org/officeDocument/2006/relationships/slide" Target="/ppt/slides/slide8.xml" Id="R00f9fd11d34146df" /><Relationship Type="http://schemas.openxmlformats.org/officeDocument/2006/relationships/slide" Target="/ppt/slides/slide9.xml" Id="R3d33d014a22040cf" /><Relationship Type="http://schemas.openxmlformats.org/officeDocument/2006/relationships/slide" Target="/ppt/slides/slide10.xml" Id="R95f82111c404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bdffe7f8d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e7845d9c0462c" /><Relationship Type="http://schemas.openxmlformats.org/officeDocument/2006/relationships/notesMaster" Target="/ppt/notesMasters/notesMaster1.xml" Id="R2badeb7f0b9c4b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4b75714d0424d" /><Relationship Type="http://schemas.openxmlformats.org/officeDocument/2006/relationships/notesMaster" Target="/ppt/notesMasters/notesMaster1.xml" Id="R8f5cde9cd5844a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b6c8fbf5c4892" /><Relationship Type="http://schemas.openxmlformats.org/officeDocument/2006/relationships/notesMaster" Target="/ppt/notesMasters/notesMaster1.xml" Id="Rb3eee5b6ff2241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974ab247d4635" /><Relationship Type="http://schemas.openxmlformats.org/officeDocument/2006/relationships/notesMaster" Target="/ppt/notesMasters/notesMaster1.xml" Id="R6b9ad90e1992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54f628dce4c5a" /><Relationship Type="http://schemas.openxmlformats.org/officeDocument/2006/relationships/notesMaster" Target="/ppt/notesMasters/notesMaster1.xml" Id="R0697576131ad4e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1ab8e10bd48a8" /><Relationship Type="http://schemas.openxmlformats.org/officeDocument/2006/relationships/notesMaster" Target="/ppt/notesMasters/notesMaster1.xml" Id="R0155a31c8157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85d5103fe54fe0" /><Relationship Type="http://schemas.openxmlformats.org/officeDocument/2006/relationships/notesMaster" Target="/ppt/notesMasters/notesMaster1.xml" Id="R1b1a0c4d85fb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f6ccedbe8146c0" /><Relationship Type="http://schemas.openxmlformats.org/officeDocument/2006/relationships/notesMaster" Target="/ppt/notesMasters/notesMaster1.xml" Id="R495cbc1cd2344d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cc92bfe9814171" /><Relationship Type="http://schemas.openxmlformats.org/officeDocument/2006/relationships/notesMaster" Target="/ppt/notesMasters/notesMaster1.xml" Id="Rc58a0cc91af248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b280c47210407a" /><Relationship Type="http://schemas.openxmlformats.org/officeDocument/2006/relationships/notesMaster" Target="/ppt/notesMasters/notesMaster1.xml" Id="R620ec8efe3514f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b8edffdc04a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02a727bd547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d3ae24fdc4f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9d62a82d744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bd44ae4634b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8b64e0e09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E45373-AD53-493A-B062-A9C85EF67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8861AC-99B2-410E-8D6B-A9FFACF0DD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AB1004-0ACA-4009-B660-C983BF880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167736-1E5E-4867-8E9E-323A8103E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83D4D6-E3F1-4706-92D9-5A9A693DC9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8C81B0-C4D6-498F-96F7-43987A5E6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9CF0FB-F07C-4560-8700-84A56D0098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AB21FD-B6AE-4018-BF9C-8A96CE8285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F09AC7-9C7D-4D21-BDCE-44A97C5F0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A89DAF-D675-4F37-BFB0-D57455704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c7f2e3935473f" /><Relationship Type="http://schemas.openxmlformats.org/officeDocument/2006/relationships/slideLayout" Target="/ppt/slideLayouts/slideLayout1.xml" Id="R48d70a9a314d4dca" /><Relationship Type="http://schemas.openxmlformats.org/officeDocument/2006/relationships/slideLayout" Target="/ppt/slideLayouts/slideLayout2.xml" Id="Rfc9f0d7ba9684454" /><Relationship Type="http://schemas.openxmlformats.org/officeDocument/2006/relationships/slideLayout" Target="/ppt/slideLayouts/slideLayout3.xml" Id="R3b0decc8c3894f21" /><Relationship Type="http://schemas.openxmlformats.org/officeDocument/2006/relationships/slideLayout" Target="/ppt/slideLayouts/slideLayout4.xml" Id="R5cba929fcab24113" /><Relationship Type="http://schemas.openxmlformats.org/officeDocument/2006/relationships/slideLayout" Target="/ppt/slideLayouts/slideLayout5.xml" Id="Rbbd834059cd448e0" /><Relationship Type="http://schemas.openxmlformats.org/officeDocument/2006/relationships/slideLayout" Target="/ppt/slideLayouts/slideLayout6.xml" Id="R20c3b23e45c44a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d70a9a314d4dca"/>
    <p:sldLayoutId xmlns:r="http://schemas.openxmlformats.org/officeDocument/2006/relationships" id="2147483650" r:id="Rfc9f0d7ba9684454"/>
    <p:sldLayoutId xmlns:r="http://schemas.openxmlformats.org/officeDocument/2006/relationships" id="2147483651" r:id="R3b0decc8c3894f21"/>
    <p:sldLayoutId xmlns:r="http://schemas.openxmlformats.org/officeDocument/2006/relationships" id="2147483652" r:id="R5cba929fcab24113"/>
    <p:sldLayoutId xmlns:r="http://schemas.openxmlformats.org/officeDocument/2006/relationships" id="2147483653" r:id="Rbbd834059cd448e0"/>
    <p:sldLayoutId xmlns:r="http://schemas.openxmlformats.org/officeDocument/2006/relationships" id="2147483654" r:id="R20c3b23e45c44a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229d98c444124" /><Relationship Type="http://schemas.openxmlformats.org/officeDocument/2006/relationships/notesSlide" Target="/ppt/notesSlides/notesSlide1.xml" Id="Rc91b281014fa47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df9899b3b4e2d" /><Relationship Type="http://schemas.openxmlformats.org/officeDocument/2006/relationships/notesSlide" Target="/ppt/notesSlides/notesSlide2.xml" Id="Ra105eeb346b348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cbba82d9345b5" /><Relationship Type="http://schemas.openxmlformats.org/officeDocument/2006/relationships/image" Target="/ppt/media/image.png" Id="R935818ea935d40d1" /><Relationship Type="http://schemas.openxmlformats.org/officeDocument/2006/relationships/notesSlide" Target="/ppt/notesSlides/notesSlide3.xml" Id="R0d61d467b12548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a9c3899594a76" /><Relationship Type="http://schemas.openxmlformats.org/officeDocument/2006/relationships/image" Target="/ppt/media/image2.png" Id="R8076fee7699344ea" /><Relationship Type="http://schemas.openxmlformats.org/officeDocument/2006/relationships/notesSlide" Target="/ppt/notesSlides/notesSlide4.xml" Id="R7e8fe83e0c88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0321bf9274691" /><Relationship Type="http://schemas.openxmlformats.org/officeDocument/2006/relationships/image" Target="/ppt/media/image3.png" Id="R412b1d808da54c3c" /><Relationship Type="http://schemas.openxmlformats.org/officeDocument/2006/relationships/notesSlide" Target="/ppt/notesSlides/notesSlide5.xml" Id="R25651ea5efa540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cad9e42824b39" /><Relationship Type="http://schemas.openxmlformats.org/officeDocument/2006/relationships/image" Target="/ppt/media/image4.png" Id="R8613cc85ad084d51" /><Relationship Type="http://schemas.openxmlformats.org/officeDocument/2006/relationships/notesSlide" Target="/ppt/notesSlides/notesSlide6.xml" Id="Rc085ccabb8b641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16a5efa2a4c3b" /><Relationship Type="http://schemas.openxmlformats.org/officeDocument/2006/relationships/image" Target="/ppt/media/image5.png" Id="Re5175685c09f4382" /><Relationship Type="http://schemas.openxmlformats.org/officeDocument/2006/relationships/notesSlide" Target="/ppt/notesSlides/notesSlide7.xml" Id="Rd02b2f6fdc97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94459dfae48a9" /><Relationship Type="http://schemas.openxmlformats.org/officeDocument/2006/relationships/image" Target="/ppt/media/image6.png" Id="Rc18ef497a3ea42ff" /><Relationship Type="http://schemas.openxmlformats.org/officeDocument/2006/relationships/notesSlide" Target="/ppt/notesSlides/notesSlide8.xml" Id="Rbd9172f9f19845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03d6cd573435b" /><Relationship Type="http://schemas.openxmlformats.org/officeDocument/2006/relationships/image" Target="/ppt/media/image7.png" Id="R8e2fe2c01158486b" /><Relationship Type="http://schemas.openxmlformats.org/officeDocument/2006/relationships/notesSlide" Target="/ppt/notesSlides/notesSlide9.xml" Id="Re06ee42f4d3547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848471c8a4ec3" /><Relationship Type="http://schemas.openxmlformats.org/officeDocument/2006/relationships/notesSlide" Target="/ppt/notesSlides/notesSlide10.xml" Id="Re6ed45d932c5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74349-4A22-4C0A-B397-D1C62D91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87FAF-A312-4DF0-B719-3504EBF7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Целевой процесс и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53C69-B5F3-41F5-BD66-656E6F8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TO BE связывает проверенную версию модельного ряда, расчёты, контент и публикацию.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FF119-8434-40A1-994A-28E7D8C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158707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09719-1DD4-450F-9D43-A694E87D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Сравнение AS IS и TO BE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9E808-CDF7-4ACF-B316-8C58659F59FF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476750"/>
              </a:tblGrid>
              <a:tr h="53445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Аспект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AS 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TO BE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Хранение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Файлы и переписка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Единая ИС и версии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Ввод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Копирование и повторный ввод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Карточка из снимка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Совместимость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Опыт и сайты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Механизм правил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Ручное сведение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Импорт и контроль времени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Расчёты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Excel и калькулятор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Воспроизводимый расчёт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Ручное заполнение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Утверждение и очередь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Аудит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Разрозненная история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Журнал и уведомления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Ошибки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Неуправляемые циклы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Бизнес-возврат и повторы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8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D8F12-638E-430A-9B82-9DDA0CC3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IDEF0 TO BE: формирование карточек в ИС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36527-0572-40C3-9690-9082EF77D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818ea935d40d1"/>
          <a:stretch xmlns:a="http://schemas.openxmlformats.org/drawingml/2006/main"/>
        </p:blipFill>
        <p:spPr>
          <a:xfrm xmlns:a="http://schemas.openxmlformats.org/drawingml/2006/main">
            <a:off x="1895475" y="1285875"/>
            <a:ext cx="840105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88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313A-BAF7-40D7-BC86-7C73715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IDEF0 TO BE: пять целевых функций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5252F-E79D-4214-A24D-A6FD3A5BD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6fee7699344ea"/>
          <a:stretch xmlns:a="http://schemas.openxmlformats.org/drawingml/2006/main"/>
        </p:blipFill>
        <p:spPr>
          <a:xfrm xmlns:a="http://schemas.openxmlformats.org/drawingml/2006/main">
            <a:off x="1895475" y="1285875"/>
            <a:ext cx="840105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13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BDE06-932A-435B-BA58-E329DE1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BPMN TO BE: общий процесс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E6E9C-2292-4327-AD18-25DB75F86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b1d808da54c3c"/>
          <a:stretch xmlns:a="http://schemas.openxmlformats.org/drawingml/2006/main"/>
        </p:blipFill>
        <p:spPr>
          <a:xfrm xmlns:a="http://schemas.openxmlformats.org/drawingml/2006/main">
            <a:off x="571500" y="1961787"/>
            <a:ext cx="11049000" cy="36488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16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6A069-9337-47EC-8718-90E0C4FD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BPMN TO BE: подготовка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1BFF0-B633-4CB5-99F8-BFF33376C1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3cc85ad084d51"/>
          <a:stretch xmlns:a="http://schemas.openxmlformats.org/drawingml/2006/main"/>
        </p:blipFill>
        <p:spPr>
          <a:xfrm xmlns:a="http://schemas.openxmlformats.org/drawingml/2006/main">
            <a:off x="571500" y="1946003"/>
            <a:ext cx="11049000" cy="36803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7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54FBC-47E0-415F-A8DA-6E3F61D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BPMN TO BE: очередь и результат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31744-3001-4599-B06E-5254789DE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75685c09f4382"/>
          <a:stretch xmlns:a="http://schemas.openxmlformats.org/drawingml/2006/main"/>
        </p:blipFill>
        <p:spPr>
          <a:xfrm xmlns:a="http://schemas.openxmlformats.org/drawingml/2006/main">
            <a:off x="571500" y="2144622"/>
            <a:ext cx="11049000" cy="32831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1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BDB78-3E24-4A88-8F75-51E5A1F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Дерево функций системы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2327E-8159-4BDE-B735-7E0B171254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ef497a3ea42ff"/>
          <a:stretch xmlns:a="http://schemas.openxmlformats.org/drawingml/2006/main"/>
        </p:blipFill>
        <p:spPr>
          <a:xfrm xmlns:a="http://schemas.openxmlformats.org/drawingml/2006/main">
            <a:off x="571500" y="1297532"/>
            <a:ext cx="11049000" cy="49773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89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CDA0E-EAA2-4D59-8B24-7972583B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Компоненты целевой системы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9995E-5922-4FD7-8CBD-9E84CCD463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fe2c01158486b"/>
          <a:stretch xmlns:a="http://schemas.openxmlformats.org/drawingml/2006/main"/>
        </p:blipFill>
        <p:spPr>
          <a:xfrm xmlns:a="http://schemas.openxmlformats.org/drawingml/2006/main">
            <a:off x="3214981" y="1285875"/>
            <a:ext cx="5762037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7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5AD34-C613-400B-9979-F915728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Результаты практики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94987-9711-43A6-90FF-0F99CCD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Запрос сразу создаёт черновую версию модельного ряда.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A8D22-033D-491A-B590-E97C812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Правила проверяют совместимость, актуальность и полноту до публикации.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4A133-AC01-44BF-95BD-DE27FEE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Менеджер утверждает конкретную неизменяемую версию.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6C77D-36BC-4908-8B2D-B5DAE3E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Worker сверяет неизвестный результат перед ограниченным повтором.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8A342-D31F-4C7B-917B-E53BFC69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PostgreSQL, хранилище, адаптеры и аудит поддерживают целевой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1713897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2026-10-25T21:32:10.0890000Z</dcterms:created>
  <dcterms:modified xsi:type="dcterms:W3CDTF">2026-10-25T21:32:10.0890000Z</dcterms:modified>
</coreProperties>
</file>