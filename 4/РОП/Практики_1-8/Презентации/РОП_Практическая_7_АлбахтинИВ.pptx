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a58b3831c7483b" /><Relationship Type="http://schemas.openxmlformats.org/officeDocument/2006/relationships/extended-properties" Target="/docProps/app.xml" Id="R24cbfb5b88e34836" /><Relationship Type="http://schemas.openxmlformats.org/officeDocument/2006/relationships/officeDocument" Target="/ppt/presentation.xml" Id="Rfe0d7f0015d7470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631f20c6a544a2"/>
  </p:sldMasterIdLst>
  <p:notesMasterIdLst>
    <p:notesMasterId xmlns:r="http://schemas.openxmlformats.org/officeDocument/2006/relationships" r:id="R6339f12275d946cc"/>
  </p:notesMasterIdLst>
  <p:sldIdLst>
    <p:sldId xmlns:r="http://schemas.openxmlformats.org/officeDocument/2006/relationships" id="256" r:id="R5ca9102ec35c436c"/>
    <p:sldId xmlns:r="http://schemas.openxmlformats.org/officeDocument/2006/relationships" id="257" r:id="Rb41a2a18f0524bf8"/>
    <p:sldId xmlns:r="http://schemas.openxmlformats.org/officeDocument/2006/relationships" id="258" r:id="R37eebe4db6574125"/>
    <p:sldId xmlns:r="http://schemas.openxmlformats.org/officeDocument/2006/relationships" id="259" r:id="R9734af5719214c99"/>
    <p:sldId xmlns:r="http://schemas.openxmlformats.org/officeDocument/2006/relationships" id="260" r:id="R4f7e83dd19f8449b"/>
    <p:sldId xmlns:r="http://schemas.openxmlformats.org/officeDocument/2006/relationships" id="261" r:id="R33dcf002b8a4419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725756470844b5e" /><Relationship Type="http://schemas.openxmlformats.org/officeDocument/2006/relationships/slideMaster" Target="/ppt/slideMasters/slideMaster1.xml" Id="R3e631f20c6a544a2" /><Relationship Type="http://schemas.openxmlformats.org/officeDocument/2006/relationships/notesMaster" Target="/ppt/notesMasters/notesMaster1.xml" Id="R6339f12275d946cc" /><Relationship Type="http://schemas.openxmlformats.org/officeDocument/2006/relationships/presProps" Target="/ppt/presProps.xml" Id="Rc09542c2ebff4618" /><Relationship Type="http://schemas.openxmlformats.org/officeDocument/2006/relationships/tableStyles" Target="/ppt/tableStyles.xml" Id="Rdb986a30d2b94f61" /><Relationship Type="http://schemas.openxmlformats.org/officeDocument/2006/relationships/slide" Target="/ppt/slides/slide1.xml" Id="R5ca9102ec35c436c" /><Relationship Type="http://schemas.openxmlformats.org/officeDocument/2006/relationships/slide" Target="/ppt/slides/slide2.xml" Id="Rb41a2a18f0524bf8" /><Relationship Type="http://schemas.openxmlformats.org/officeDocument/2006/relationships/slide" Target="/ppt/slides/slide3.xml" Id="R37eebe4db6574125" /><Relationship Type="http://schemas.openxmlformats.org/officeDocument/2006/relationships/slide" Target="/ppt/slides/slide4.xml" Id="R9734af5719214c99" /><Relationship Type="http://schemas.openxmlformats.org/officeDocument/2006/relationships/slide" Target="/ppt/slides/slide5.xml" Id="R4f7e83dd19f8449b" /><Relationship Type="http://schemas.openxmlformats.org/officeDocument/2006/relationships/slide" Target="/ppt/slides/slide6.xml" Id="R33dcf002b8a441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050e3a8acc41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ff9457b8534768" /><Relationship Type="http://schemas.openxmlformats.org/officeDocument/2006/relationships/notesMaster" Target="/ppt/notesMasters/notesMaster1.xml" Id="R4ebdcd18be31440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5e5ff2ede664886" /><Relationship Type="http://schemas.openxmlformats.org/officeDocument/2006/relationships/notesMaster" Target="/ppt/notesMasters/notesMaster1.xml" Id="R58fac566641a40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52591377564e3f" /><Relationship Type="http://schemas.openxmlformats.org/officeDocument/2006/relationships/notesMaster" Target="/ppt/notesMasters/notesMaster1.xml" Id="R3a2c00f7afac42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966a5bb55144279" /><Relationship Type="http://schemas.openxmlformats.org/officeDocument/2006/relationships/notesMaster" Target="/ppt/notesMasters/notesMaster1.xml" Id="Rb53db656434246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079ee50ebef4091" /><Relationship Type="http://schemas.openxmlformats.org/officeDocument/2006/relationships/notesMaster" Target="/ppt/notesMasters/notesMaster1.xml" Id="R3a75059e3c764ae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031d4b79a704924" /><Relationship Type="http://schemas.openxmlformats.org/officeDocument/2006/relationships/notesMaster" Target="/ppt/notesMasters/notesMaster1.xml" Id="R9ea25a2b103b4b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4caae8560c43b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83fa6bb34704207" /><Relationship Type="http://schemas.openxmlformats.org/officeDocument/2006/relationships/slideLayout" Target="/ppt/slideLayouts/slideLayout1.xml" Id="R07ffc906abe441c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ffc906abe441c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a2d718971b421b" /><Relationship Type="http://schemas.openxmlformats.org/officeDocument/2006/relationships/notesSlide" Target="/ppt/notesSlides/notesSlide1.xml" Id="Ra0f5ebd1cf3341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f17a6bcde841e1" /><Relationship Type="http://schemas.openxmlformats.org/officeDocument/2006/relationships/notesSlide" Target="/ppt/notesSlides/notesSlide2.xml" Id="Rda0ee699d8c24f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5669942dab4301" /><Relationship Type="http://schemas.openxmlformats.org/officeDocument/2006/relationships/notesSlide" Target="/ppt/notesSlides/notesSlide3.xml" Id="Rbe568cf174d2457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fe3a053df94a60" /><Relationship Type="http://schemas.openxmlformats.org/officeDocument/2006/relationships/notesSlide" Target="/ppt/notesSlides/notesSlide4.xml" Id="Rfca753a8faf6411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4601cdb8bd422c" /><Relationship Type="http://schemas.openxmlformats.org/officeDocument/2006/relationships/image" Target="/ppt/media/image.png" Id="Rb5a0918cca6241bc" /><Relationship Type="http://schemas.openxmlformats.org/officeDocument/2006/relationships/notesSlide" Target="/ppt/notesSlides/notesSlide5.xml" Id="Rd0133ca211274be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cc8f6cddcd4c01" /><Relationship Type="http://schemas.openxmlformats.org/officeDocument/2006/relationships/notesSlide" Target="/ppt/notesSlides/notesSlide6.xml" Id="Rc4a4bba638194bf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D0D914-8A9A-460A-B04C-0B877E9B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Практическое занятие 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26F6DF-6493-480C-8EC9-B1EFF0E02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0"/>
            <a:ext cx="10668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Физическая модель и развёртывание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87F403-4370-473D-B3CB-8DEB229C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10477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29 таблиц и 185 атрибутов детализируют логическую модель для PostgreSQL.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17CDA1-948D-4729-AB84-E3D72453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721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Албахтин И.В.   ИНБО-12-23</a:t>
            </a:r>
          </a:p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Разработка обеспечивающих подсистем   2026</a:t>
            </a:r>
          </a:p>
        </p:txBody>
      </p:sp>
    </p:spTree>
    <p:extLst>
      <p:ext uri="{BB962C8B-B14F-4D97-AF65-F5344CB8AC3E}">
        <p14:creationId xmlns:p14="http://schemas.microsoft.com/office/powerpoint/2010/main" val="1458594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0AFB7B-2D24-44EA-815E-B367A571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Основные типы данных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4572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3429000"/>
                <a:gridCol w="4000500"/>
              </a:tblGrid>
              <a:tr h="762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Данные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Тип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Ограничение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Идентификатор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bigint IDENTITY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Цена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numeric(14,2)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Положительное значение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Масса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numeric(8,3)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Положительное значение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Время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timestamptz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Единая временная шкала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Правила и снимки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jsonb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Схема проверяется сервисом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8634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4824F1-1A26-4854-9D71-35E1E2CA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Физические связи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BB76D1-C1C7-4C9E-AE8C-D72EFBEE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model_line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95B07F-0D38-44BD-94BC-B46A9F23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8494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8460AD-BF9F-4C2D-B495-936A9ED3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719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model_line_version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C58C7C-A3F4-45A1-95C9-5F03B645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8838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B74413-1D95-4157-A75B-9ABC7303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063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model_line_slot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EF3EB4-1FCC-4120-9AAE-55DE9B5D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9181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9B6F15-F9B2-413B-9821-490ABC02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5406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slot_selection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0F589F-24EA-4D2A-9EEA-AC81D523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29125"/>
            <a:ext cx="10572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FOREIGN KEY сохраняют структуру. Принадлежность выбранного компонента и версии проверяется в транзакции.</a:t>
            </a:r>
          </a:p>
        </p:txBody>
      </p:sp>
    </p:spTree>
    <p:extLst>
      <p:ext uri="{BB962C8B-B14F-4D97-AF65-F5344CB8AC3E}">
        <p14:creationId xmlns:p14="http://schemas.microsoft.com/office/powerpoint/2010/main" val="11552585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C5F3A1-15CE-45C6-A007-52668167F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Ограничения целостности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4572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715000"/>
                <a:gridCol w="5334000"/>
              </a:tblGrid>
              <a:tr h="762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Правило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Средство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Уникальный код и версия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UNIQUE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Одна альтернатива слота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Одно активное задание версии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Частичный уникальный индекс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Новая версия при изменении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Сервисный инвариант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Согласованные объекты публикации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Проверка FK и бизнес-инвариантов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65997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07CE2E-C769-4673-ADFF-2D9A6CF0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Размещение программных артефактов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a0918cca6241bc"/>
          <a:stretch xmlns:a="http://schemas.openxmlformats.org/drawingml/2006/main"/>
        </p:blipFill>
        <p:spPr>
          <a:xfrm xmlns:a="http://schemas.openxmlformats.org/drawingml/2006/main">
            <a:off x="1935417" y="1285875"/>
            <a:ext cx="8321167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0116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49D8F5-FAC8-4D4D-A72A-2E2BBC8B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Проверка перед реализацией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3BD44D-1613-4F67-A521-1B786A44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Запустить миграции в отдельной PostgreSQL и проверить ограничения.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864804-8E3D-4D07-8D06-20273BC4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Разделить роли приложения, worker и миграций.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9A0FBA-D5E7-4B82-82FD-567132A0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Проверить согласованное восстановление БД и файлов.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B0CCD3-0F34-4AC9-8669-56470CC0E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DDL-заготовка не считается развёрнутой и испытанной системой.</a:t>
            </a:r>
          </a:p>
        </p:txBody>
      </p:sp>
    </p:spTree>
    <p:extLst>
      <p:ext uri="{BB962C8B-B14F-4D97-AF65-F5344CB8AC3E}">
        <p14:creationId xmlns:p14="http://schemas.microsoft.com/office/powerpoint/2010/main" val="2105855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2026-10-05T02:43:20.1930000Z</dcterms:created>
  <dcterms:modified xsi:type="dcterms:W3CDTF">2026-10-05T02:43:20.1930000Z</dcterms:modified>
</coreProperties>
</file>