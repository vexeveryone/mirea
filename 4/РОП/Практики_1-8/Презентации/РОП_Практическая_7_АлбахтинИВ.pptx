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e45320d2245ac" /><Relationship Type="http://schemas.openxmlformats.org/officeDocument/2006/relationships/extended-properties" Target="/docProps/app.xml" Id="Red6c23b2a6c442f3" /><Relationship Type="http://schemas.openxmlformats.org/officeDocument/2006/relationships/officeDocument" Target="/ppt/presentation.xml" Id="R102d27b6477b48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3ac76c11d40e3"/>
  </p:sldMasterIdLst>
  <p:notesMasterIdLst>
    <p:notesMasterId xmlns:r="http://schemas.openxmlformats.org/officeDocument/2006/relationships" r:id="R37794be50fa74228"/>
  </p:notesMasterIdLst>
  <p:sldIdLst>
    <p:sldId xmlns:r="http://schemas.openxmlformats.org/officeDocument/2006/relationships" id="256" r:id="R8e75dd130b1b43fd"/>
    <p:sldId xmlns:r="http://schemas.openxmlformats.org/officeDocument/2006/relationships" id="257" r:id="Rdfc779e7afc94865"/>
    <p:sldId xmlns:r="http://schemas.openxmlformats.org/officeDocument/2006/relationships" id="258" r:id="R3ccca1699d824ee2"/>
    <p:sldId xmlns:r="http://schemas.openxmlformats.org/officeDocument/2006/relationships" id="259" r:id="Rfdd6ee686fcd467c"/>
    <p:sldId xmlns:r="http://schemas.openxmlformats.org/officeDocument/2006/relationships" id="260" r:id="R3ffff1d98d4a4dbf"/>
    <p:sldId xmlns:r="http://schemas.openxmlformats.org/officeDocument/2006/relationships" id="261" r:id="Ra18a871eedea41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bc6d4d4f441ab" /><Relationship Type="http://schemas.openxmlformats.org/officeDocument/2006/relationships/slideMaster" Target="/ppt/slideMasters/slideMaster1.xml" Id="Ra4c3ac76c11d40e3" /><Relationship Type="http://schemas.openxmlformats.org/officeDocument/2006/relationships/notesMaster" Target="/ppt/notesMasters/notesMaster1.xml" Id="R37794be50fa74228" /><Relationship Type="http://schemas.openxmlformats.org/officeDocument/2006/relationships/presProps" Target="/ppt/presProps.xml" Id="R21bfc341fc2e473a" /><Relationship Type="http://schemas.openxmlformats.org/officeDocument/2006/relationships/tableStyles" Target="/ppt/tableStyles.xml" Id="Rdaf93b9de3c44991" /><Relationship Type="http://schemas.openxmlformats.org/officeDocument/2006/relationships/slide" Target="/ppt/slides/slide1.xml" Id="R8e75dd130b1b43fd" /><Relationship Type="http://schemas.openxmlformats.org/officeDocument/2006/relationships/slide" Target="/ppt/slides/slide2.xml" Id="Rdfc779e7afc94865" /><Relationship Type="http://schemas.openxmlformats.org/officeDocument/2006/relationships/slide" Target="/ppt/slides/slide3.xml" Id="R3ccca1699d824ee2" /><Relationship Type="http://schemas.openxmlformats.org/officeDocument/2006/relationships/slide" Target="/ppt/slides/slide4.xml" Id="Rfdd6ee686fcd467c" /><Relationship Type="http://schemas.openxmlformats.org/officeDocument/2006/relationships/slide" Target="/ppt/slides/slide5.xml" Id="R3ffff1d98d4a4dbf" /><Relationship Type="http://schemas.openxmlformats.org/officeDocument/2006/relationships/slide" Target="/ppt/slides/slide6.xml" Id="Ra18a871eedea41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02c08b2e2a45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6e9ccf5504473" /><Relationship Type="http://schemas.openxmlformats.org/officeDocument/2006/relationships/notesMaster" Target="/ppt/notesMasters/notesMaster1.xml" Id="R171a99ba632d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108a08f47740a5" /><Relationship Type="http://schemas.openxmlformats.org/officeDocument/2006/relationships/notesMaster" Target="/ppt/notesMasters/notesMaster1.xml" Id="R8088c11648f348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243cb808514a77" /><Relationship Type="http://schemas.openxmlformats.org/officeDocument/2006/relationships/notesMaster" Target="/ppt/notesMasters/notesMaster1.xml" Id="Rfd4274d49c5347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2951bc2e184635" /><Relationship Type="http://schemas.openxmlformats.org/officeDocument/2006/relationships/notesMaster" Target="/ppt/notesMasters/notesMaster1.xml" Id="Rdebe995f7d1248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f370e7d025451b" /><Relationship Type="http://schemas.openxmlformats.org/officeDocument/2006/relationships/notesMaster" Target="/ppt/notesMasters/notesMaster1.xml" Id="Rb4c977bf665a4d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6f0a2bc754130" /><Relationship Type="http://schemas.openxmlformats.org/officeDocument/2006/relationships/notesMaster" Target="/ppt/notesMasters/notesMaster1.xml" Id="R42b48846406748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e041ef55341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f1357cdbb40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f9052b1a848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939c93c2641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ef9c6dc0d47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abd1f46a543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5ACD4C-1474-4C4E-BE7E-C90B12172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92F529-F34F-44DC-A164-3C52E8A984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32B98E-74E5-4219-978E-71630D3E0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E1547B-AEC9-4187-9CFC-F102D33C1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C689A3-78A6-4920-B28E-B917D75B48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812EE4-50E8-4D4B-B207-D79340D4D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C67AF3-6E24-4F6A-A32B-06D022BF8E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37362D-6735-4CE0-82C4-27FEB49DA8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34C2F8-0A4A-4866-82B6-9F0AB449B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1EC821-6A16-4247-AA41-0B5DB1BD36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7db64dd11842a5" /><Relationship Type="http://schemas.openxmlformats.org/officeDocument/2006/relationships/slideLayout" Target="/ppt/slideLayouts/slideLayout1.xml" Id="R326f0974aa744715" /><Relationship Type="http://schemas.openxmlformats.org/officeDocument/2006/relationships/slideLayout" Target="/ppt/slideLayouts/slideLayout2.xml" Id="R308b7fd6150d47db" /><Relationship Type="http://schemas.openxmlformats.org/officeDocument/2006/relationships/slideLayout" Target="/ppt/slideLayouts/slideLayout3.xml" Id="Rfb3572429f934c88" /><Relationship Type="http://schemas.openxmlformats.org/officeDocument/2006/relationships/slideLayout" Target="/ppt/slideLayouts/slideLayout4.xml" Id="R79f785abcff54339" /><Relationship Type="http://schemas.openxmlformats.org/officeDocument/2006/relationships/slideLayout" Target="/ppt/slideLayouts/slideLayout5.xml" Id="Rc6aa4e08ddb14af3" /><Relationship Type="http://schemas.openxmlformats.org/officeDocument/2006/relationships/slideLayout" Target="/ppt/slideLayouts/slideLayout6.xml" Id="R78b2832a9b48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6f0974aa744715"/>
    <p:sldLayoutId xmlns:r="http://schemas.openxmlformats.org/officeDocument/2006/relationships" id="2147483650" r:id="R308b7fd6150d47db"/>
    <p:sldLayoutId xmlns:r="http://schemas.openxmlformats.org/officeDocument/2006/relationships" id="2147483651" r:id="Rfb3572429f934c88"/>
    <p:sldLayoutId xmlns:r="http://schemas.openxmlformats.org/officeDocument/2006/relationships" id="2147483652" r:id="R79f785abcff54339"/>
    <p:sldLayoutId xmlns:r="http://schemas.openxmlformats.org/officeDocument/2006/relationships" id="2147483653" r:id="Rc6aa4e08ddb14af3"/>
    <p:sldLayoutId xmlns:r="http://schemas.openxmlformats.org/officeDocument/2006/relationships" id="2147483654" r:id="R78b2832a9b48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aa7a429504779" /><Relationship Type="http://schemas.openxmlformats.org/officeDocument/2006/relationships/notesSlide" Target="/ppt/notesSlides/notesSlide1.xml" Id="R530e78d1d00545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2304154704e55" /><Relationship Type="http://schemas.openxmlformats.org/officeDocument/2006/relationships/notesSlide" Target="/ppt/notesSlides/notesSlide2.xml" Id="R03f1ad63a8ca43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6565c7dcf41dd" /><Relationship Type="http://schemas.openxmlformats.org/officeDocument/2006/relationships/image" Target="/ppt/media/image.png" Id="R463d8efce1af4484" /><Relationship Type="http://schemas.openxmlformats.org/officeDocument/2006/relationships/notesSlide" Target="/ppt/notesSlides/notesSlide3.xml" Id="R75928fcb41d24f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2865b66c948ce" /><Relationship Type="http://schemas.openxmlformats.org/officeDocument/2006/relationships/notesSlide" Target="/ppt/notesSlides/notesSlide4.xml" Id="R1f4d0c04d0b748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e976e6f1e4c5b" /><Relationship Type="http://schemas.openxmlformats.org/officeDocument/2006/relationships/image" Target="/ppt/media/image2.png" Id="R77bcdd1e62534c55" /><Relationship Type="http://schemas.openxmlformats.org/officeDocument/2006/relationships/notesSlide" Target="/ppt/notesSlides/notesSlide5.xml" Id="R67a03dc3625d43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55264bd704b9c" /><Relationship Type="http://schemas.openxmlformats.org/officeDocument/2006/relationships/notesSlide" Target="/ppt/notesSlides/notesSlide6.xml" Id="R19d53ef0f22b43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428B9-5607-4B03-9ED0-2BD20447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88B81-5F66-402F-91CC-8D3F889A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Логическая модель и развёртывание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A5D8A-750F-4956-B723-3A1E4937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29 сущностей, 185 атрибутов и все связи представлены в одной логической модели.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5711E-E2F4-47BA-A126-C178E47B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345962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801BA-AF0E-421B-B186-1B7C570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Основные типы данных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3BF3C-8A05-44C3-B024-7D34B963CA16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429000"/>
                <a:gridCol w="40005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bigint IDENTITY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Цена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numeric(14,2)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Положительное значение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Масса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numeric(8,3)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Положительное значение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Время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timestamptz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Единая временная шкала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Правила и снимки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jsonb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Схема проверяется сервисом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003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3865C-DE69-4EAD-B5B6-BDA2205F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Логическая модель данных и целостность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BB604-26FC-4C1D-AE59-9FDA91142A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d8efce1af4484"/>
          <a:stretch xmlns:a="http://schemas.openxmlformats.org/drawingml/2006/main"/>
        </p:blipFill>
        <p:spPr>
          <a:xfrm xmlns:a="http://schemas.openxmlformats.org/drawingml/2006/main">
            <a:off x="2552330" y="1285875"/>
            <a:ext cx="708734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67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40CAC-0D10-4F53-AD1E-C96F0BFF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Ограничения целостности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9AE3B-DFC9-4B28-B1D2-C69E58B45205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53340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Средство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Уникальный код и версия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UNIQUE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Одна альтернатива слота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Одно активное задание версии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Частичный уникальный индекс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Новая версия при изменении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Сервисный инвариант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Согласованные объекты публикации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FK и бизнес-инвариантов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032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7FC2D-D868-4EED-B009-34E25325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Размещение программных артефактов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22F9A-AA9C-47C8-8F3A-585F150B99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cdd1e62534c55"/>
          <a:stretch xmlns:a="http://schemas.openxmlformats.org/drawingml/2006/main"/>
        </p:blipFill>
        <p:spPr>
          <a:xfrm xmlns:a="http://schemas.openxmlformats.org/drawingml/2006/main">
            <a:off x="1241024" y="1285875"/>
            <a:ext cx="9709951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35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527B5-B67E-4211-A586-887B5BF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Проверка перед реализацией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7E103-7F1C-480F-914E-22B46402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Запустить миграции в отдельной PostgreSQL и проверить ограничения.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2FB0A-C6D9-4744-ABAB-AE06F0E7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Разделить роли приложения, worker и миграций.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05D15-B7F6-4951-A81D-630EA948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Проверить согласованное восстановление БД и файлов.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D3C00-DF50-4AC1-8DC3-5B39E53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DDL-заготовка не считается развёрнутой и испытанной системой.</a:t>
            </a:r>
          </a:p>
        </p:txBody>
      </p:sp>
    </p:spTree>
    <p:extLst>
      <p:ext uri="{BB962C8B-B14F-4D97-AF65-F5344CB8AC3E}">
        <p14:creationId xmlns:p14="http://schemas.microsoft.com/office/powerpoint/2010/main" val="254039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2026-10-25T21:23:09.2810000Z</dcterms:created>
  <dcterms:modified xsi:type="dcterms:W3CDTF">2026-10-25T21:23:09.2810000Z</dcterms:modified>
</coreProperties>
</file>