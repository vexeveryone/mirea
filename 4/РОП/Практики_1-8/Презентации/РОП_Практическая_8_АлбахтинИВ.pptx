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596534543d44cb" /><Relationship Type="http://schemas.openxmlformats.org/officeDocument/2006/relationships/extended-properties" Target="/docProps/app.xml" Id="R3ce0e8c1414b49e8" /><Relationship Type="http://schemas.openxmlformats.org/officeDocument/2006/relationships/officeDocument" Target="/ppt/presentation.xml" Id="R6c36b0e2aafd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3698a57c9f42bb"/>
  </p:sldMasterIdLst>
  <p:notesMasterIdLst>
    <p:notesMasterId xmlns:r="http://schemas.openxmlformats.org/officeDocument/2006/relationships" r:id="R7c974051afab4a29"/>
  </p:notesMasterIdLst>
  <p:sldIdLst>
    <p:sldId xmlns:r="http://schemas.openxmlformats.org/officeDocument/2006/relationships" id="256" r:id="Rd954e009a28246aa"/>
    <p:sldId xmlns:r="http://schemas.openxmlformats.org/officeDocument/2006/relationships" id="257" r:id="Re19b8139a50d4cdf"/>
    <p:sldId xmlns:r="http://schemas.openxmlformats.org/officeDocument/2006/relationships" id="258" r:id="Rbf9576ba641f41b7"/>
    <p:sldId xmlns:r="http://schemas.openxmlformats.org/officeDocument/2006/relationships" id="259" r:id="R9a960383170243ab"/>
    <p:sldId xmlns:r="http://schemas.openxmlformats.org/officeDocument/2006/relationships" id="260" r:id="Rc72b1c5e11cf4691"/>
    <p:sldId xmlns:r="http://schemas.openxmlformats.org/officeDocument/2006/relationships" id="261" r:id="R97a81dc4d9344a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c4758f201944b8" /><Relationship Type="http://schemas.openxmlformats.org/officeDocument/2006/relationships/slideMaster" Target="/ppt/slideMasters/slideMaster1.xml" Id="R4e3698a57c9f42bb" /><Relationship Type="http://schemas.openxmlformats.org/officeDocument/2006/relationships/notesMaster" Target="/ppt/notesMasters/notesMaster1.xml" Id="R7c974051afab4a29" /><Relationship Type="http://schemas.openxmlformats.org/officeDocument/2006/relationships/presProps" Target="/ppt/presProps.xml" Id="Rb0b5d654ceb84140" /><Relationship Type="http://schemas.openxmlformats.org/officeDocument/2006/relationships/tableStyles" Target="/ppt/tableStyles.xml" Id="R1386bf046028441b" /><Relationship Type="http://schemas.openxmlformats.org/officeDocument/2006/relationships/slide" Target="/ppt/slides/slide1.xml" Id="Rd954e009a28246aa" /><Relationship Type="http://schemas.openxmlformats.org/officeDocument/2006/relationships/slide" Target="/ppt/slides/slide2.xml" Id="Re19b8139a50d4cdf" /><Relationship Type="http://schemas.openxmlformats.org/officeDocument/2006/relationships/slide" Target="/ppt/slides/slide3.xml" Id="Rbf9576ba641f41b7" /><Relationship Type="http://schemas.openxmlformats.org/officeDocument/2006/relationships/slide" Target="/ppt/slides/slide4.xml" Id="R9a960383170243ab" /><Relationship Type="http://schemas.openxmlformats.org/officeDocument/2006/relationships/slide" Target="/ppt/slides/slide5.xml" Id="Rc72b1c5e11cf4691" /><Relationship Type="http://schemas.openxmlformats.org/officeDocument/2006/relationships/slide" Target="/ppt/slides/slide6.xml" Id="R97a81dc4d9344a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1a4407d28340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88f0597500492e" /><Relationship Type="http://schemas.openxmlformats.org/officeDocument/2006/relationships/notesMaster" Target="/ppt/notesMasters/notesMaster1.xml" Id="Refde2386de1841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0b55b0c0654119" /><Relationship Type="http://schemas.openxmlformats.org/officeDocument/2006/relationships/notesMaster" Target="/ppt/notesMasters/notesMaster1.xml" Id="R5612bbcb233e43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8f58bdf0004ee2" /><Relationship Type="http://schemas.openxmlformats.org/officeDocument/2006/relationships/notesMaster" Target="/ppt/notesMasters/notesMaster1.xml" Id="R57c000596faa47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041291ba7b4f63" /><Relationship Type="http://schemas.openxmlformats.org/officeDocument/2006/relationships/notesMaster" Target="/ppt/notesMasters/notesMaster1.xml" Id="Re11c611aed2145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9af7970c284653" /><Relationship Type="http://schemas.openxmlformats.org/officeDocument/2006/relationships/notesMaster" Target="/ppt/notesMasters/notesMaster1.xml" Id="Rc362b3019f1742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5fa04a40f546f4" /><Relationship Type="http://schemas.openxmlformats.org/officeDocument/2006/relationships/notesMaster" Target="/ppt/notesMasters/notesMaster1.xml" Id="Rbd8e8cc4001246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При временном сбое сохраняется прежняя дата данных. Канал поставщика требует согласования.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Потеря ответа требует сверки. Локальный ключ не гарантирует идемпотентность Ozon.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OWASP Password Storage, Authorization и Transport Layer Security Cheat Sheets.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d762f3f5ee41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0c6a8e908a4b57" /><Relationship Type="http://schemas.openxmlformats.org/officeDocument/2006/relationships/slideLayout" Target="/ppt/slideLayouts/slideLayout1.xml" Id="R495ec217287948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5ec217287948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b832089fe4ec9" /><Relationship Type="http://schemas.openxmlformats.org/officeDocument/2006/relationships/notesSlide" Target="/ppt/notesSlides/notesSlide1.xml" Id="R284d8d3fd56d47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2846c19334bd6" /><Relationship Type="http://schemas.openxmlformats.org/officeDocument/2006/relationships/notesSlide" Target="/ppt/notesSlides/notesSlide2.xml" Id="R9af5d261ef8c47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e33eace3f42dd" /><Relationship Type="http://schemas.openxmlformats.org/officeDocument/2006/relationships/notesSlide" Target="/ppt/notesSlides/notesSlide3.xml" Id="R14e3dab3c0b046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a48c4535c41da" /><Relationship Type="http://schemas.openxmlformats.org/officeDocument/2006/relationships/notesSlide" Target="/ppt/notesSlides/notesSlide4.xml" Id="Rd003abc1fd384d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22f03e2f84848" /><Relationship Type="http://schemas.openxmlformats.org/officeDocument/2006/relationships/notesSlide" Target="/ppt/notesSlides/notesSlide5.xml" Id="R25b1869ba5af4d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ec9c792c947fd" /><Relationship Type="http://schemas.openxmlformats.org/officeDocument/2006/relationships/notesSlide" Target="/ppt/notesSlides/notesSlide6.xml" Id="R16d72eb6f2b944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B4BF4-55D6-4B43-8BAB-9C25DD1F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72A839-F658-4B46-A6A4-E7769F60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Интеграции и управление доступом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11CBA-C65A-4710-8D56-8988C651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Два сценария интеграции связывают внешний обмен с устойчивым состоянием системы.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CDA84-17F6-4F98-8BD5-1FB985B6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4455760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384AC1-8578-45E0-929B-054A87DD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Обновление предложений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4E850-A399-4789-97FF-54617F58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Склад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DFA89-0079-49F6-B451-01B72D8B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21DE23-F428-4893-8917-987C4417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632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Сервис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1EA69-2D10-4E8C-B8E0-8E76DAA9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37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F5CA9-F861-4D83-A9C0-85767DBC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57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Адаптер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3FFC6-C95D-435A-A6DC-787BE2F2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A420C-8C53-4D6C-B79F-2543FE3E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Поставщик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530DC7-91D6-40A2-B3CC-45CFB68C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BAA62-1412-4601-857A-7B712EF4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05075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04227-5DAB-4510-B75D-1D481F0A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6217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Обновить данные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C9221-0F0B-42FA-ABD9-20620105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375" y="3124200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44E413-47F6-4071-AAE4-B8CB8B46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2625" y="2781300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Запрос предложений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05846-EE6E-403B-97F4-DFCE796B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743325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0D044-8715-4050-9EA9-00ACC167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875" y="340042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HTTPS / формат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5BEE4-0593-409B-9E21-9E7FC66F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62450"/>
            <a:ext cx="3397250" cy="1047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38962F-7B60-437E-B169-BFB2BBD2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875" y="4019550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Цена, остаток, дата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C7CE2-3BCF-407B-86DA-D6283D3C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375" y="4981575"/>
            <a:ext cx="3397250" cy="1047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9EA0E-8499-49C6-933C-DA407D06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2625" y="463867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Проверенные записи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000280-E197-4055-AE0E-E01E1231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При временном сбое сохраняется прежняя дата данных. Канал поставщика требует согласования.</a:t>
            </a:r>
          </a:p>
        </p:txBody>
      </p:sp>
    </p:spTree>
    <p:extLst>
      <p:ext uri="{BB962C8B-B14F-4D97-AF65-F5344CB8AC3E}">
        <p14:creationId xmlns:p14="http://schemas.microsoft.com/office/powerpoint/2010/main" val="15662178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C8C03-3A8C-4D33-806A-16F08E11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Публикация карточки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EF8D5-1BFB-4F1C-9CC9-CA073997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Менеджер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58C77-AA88-486A-BCCE-0736CC79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1FDF2-3CE5-443F-954C-6F0968F8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632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API / БД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C9D5E-654A-47FB-B1D4-F924A100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37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19CE-4462-45C5-A923-013B0D82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57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792CA-2113-4434-9103-73F19298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92849-11FC-4323-88CF-AA7C29C9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1381125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>
                <a:latin typeface="Arial"/>
                <a:ea typeface="Arial"/>
                <a:cs typeface="Arial"/>
              </a:defRPr>
            </a:pPr>
            <a:r>
              <a:rPr sz="1725">
                <a:latin typeface="Arial"/>
                <a:ea typeface="Arial"/>
                <a:cs typeface="Arial"/>
              </a:rPr>
              <a:t>Ozon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E73FE-E5DB-44D5-A988-6CDFEB74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066925"/>
            <a:ext cx="0" cy="3619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88888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241D4-FB6A-45F0-88FC-25B9ECF7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05075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C0646-2D73-4956-9015-1BB14B3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6217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Утвердить версию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A142E-250D-4C45-BC9A-EE89F60A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375" y="3124200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16F68-A036-4C24-A6BE-72BB1259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2625" y="2781300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Очередь и ключ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57AAA6-15F4-4114-8143-1063E9E9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3743325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D7052-EF57-4329-B63A-0C59EABB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875" y="340042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HTTPS /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26E3C3-A9DC-4B6D-AE69-C3C40B17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62450"/>
            <a:ext cx="3397250" cy="1047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5D7C3-D6C8-4828-BD9F-8F023E64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875" y="4019550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ID задачи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067F3-08C8-4D85-BE9E-397BBEE9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981575"/>
            <a:ext cx="3397250" cy="1047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333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6FD0A4-40BD-4558-AA1B-988ABCDD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875" y="4638675"/>
            <a:ext cx="3282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Сверить результат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37A29-2434-484D-B292-FD5CFE2C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Потеря ответа требует сверки. Локальный ключ не гарантирует идемпотентность Ozon.</a:t>
            </a:r>
          </a:p>
        </p:txBody>
      </p:sp>
    </p:spTree>
    <p:extLst>
      <p:ext uri="{BB962C8B-B14F-4D97-AF65-F5344CB8AC3E}">
        <p14:creationId xmlns:p14="http://schemas.microsoft.com/office/powerpoint/2010/main" val="19706089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39BA5-1E4C-4B80-93C7-6F6EF249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Разделение обязанностей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476750"/>
                <a:gridCol w="371475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Роль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Основное право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Менеджер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Утверждать и публиковать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Без управления ролями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Инженер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модельный ряд и массовая замена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Без автопубликации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Склад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Предложения и SKU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Без правил цены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Дизайнер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Контент и изображения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Без закупочных цен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Администратор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Доступ и аудит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Без бизнес-прав по умолчанию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7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EA5DD-9BF7-4573-9212-04B66560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Ошибки внешней операции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953250"/>
              </a:tblGrid>
              <a:tr h="9144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Ситуация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Решение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Временный отказ: операция не принята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До трёх повторов актуальной версии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Неизвестный результат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UNCERTAIN и сверка до решения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Постоянная ошибка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FAILED и уведомление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Версия устарела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Новая проверка и утверждение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9752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5C6BB-3392-4101-A21E-1CBD6F59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Меры защиты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5C53B-FBCC-4C01-B497-ACD504D7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Argon2id, индивидуальные учётные записи и MFA администратора.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AFC91-9137-4B84-A29E-717E22DD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Серверная RBAC-проверка каждой операции, по умолчанию запрет.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128F9-F668-4A87-A2EF-19B57F82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TLS, защищённое хранение секретов, валидация ответов.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5B35E-984E-4B68-B3E5-F065A163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Неизменяемый аудит и ежедневные резервные копии.</a:t>
            </a:r>
          </a:p>
        </p:txBody>
      </p:sp>
    </p:spTree>
    <p:extLst>
      <p:ext uri="{BB962C8B-B14F-4D97-AF65-F5344CB8AC3E}">
        <p14:creationId xmlns:p14="http://schemas.microsoft.com/office/powerpoint/2010/main" val="1126086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2026-10-05T02:43:22.2200000Z</dcterms:created>
  <dcterms:modified xsi:type="dcterms:W3CDTF">2026-10-05T02:43:22.2200000Z</dcterms:modified>
</coreProperties>
</file>