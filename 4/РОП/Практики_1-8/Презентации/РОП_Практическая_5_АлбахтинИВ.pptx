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07d170ac33467a" /><Relationship Type="http://schemas.openxmlformats.org/officeDocument/2006/relationships/extended-properties" Target="/docProps/app.xml" Id="Re76e41b0e4314975" /><Relationship Type="http://schemas.openxmlformats.org/officeDocument/2006/relationships/officeDocument" Target="/ppt/presentation.xml" Id="Rdcecd116892e43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355868a12148be"/>
  </p:sldMasterIdLst>
  <p:notesMasterIdLst>
    <p:notesMasterId xmlns:r="http://schemas.openxmlformats.org/officeDocument/2006/relationships" r:id="Rd05b772f255d4d5e"/>
  </p:notesMasterIdLst>
  <p:sldIdLst>
    <p:sldId xmlns:r="http://schemas.openxmlformats.org/officeDocument/2006/relationships" id="256" r:id="R4f6a235666bf4fcc"/>
    <p:sldId xmlns:r="http://schemas.openxmlformats.org/officeDocument/2006/relationships" id="257" r:id="R7365e3a801e14519"/>
    <p:sldId xmlns:r="http://schemas.openxmlformats.org/officeDocument/2006/relationships" id="258" r:id="Rd8fbc8d545604be6"/>
    <p:sldId xmlns:r="http://schemas.openxmlformats.org/officeDocument/2006/relationships" id="259" r:id="Rdad171491c204eaa"/>
    <p:sldId xmlns:r="http://schemas.openxmlformats.org/officeDocument/2006/relationships" id="260" r:id="Raa4b75c129144faa"/>
    <p:sldId xmlns:r="http://schemas.openxmlformats.org/officeDocument/2006/relationships" id="261" r:id="R2d9d1459c38246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05aee813bb4359" /><Relationship Type="http://schemas.openxmlformats.org/officeDocument/2006/relationships/slideMaster" Target="/ppt/slideMasters/slideMaster1.xml" Id="R3b355868a12148be" /><Relationship Type="http://schemas.openxmlformats.org/officeDocument/2006/relationships/notesMaster" Target="/ppt/notesMasters/notesMaster1.xml" Id="Rd05b772f255d4d5e" /><Relationship Type="http://schemas.openxmlformats.org/officeDocument/2006/relationships/presProps" Target="/ppt/presProps.xml" Id="R9383cc9d2d6d4acc" /><Relationship Type="http://schemas.openxmlformats.org/officeDocument/2006/relationships/tableStyles" Target="/ppt/tableStyles.xml" Id="Ra8a8ea1c4fb44408" /><Relationship Type="http://schemas.openxmlformats.org/officeDocument/2006/relationships/slide" Target="/ppt/slides/slide1.xml" Id="R4f6a235666bf4fcc" /><Relationship Type="http://schemas.openxmlformats.org/officeDocument/2006/relationships/slide" Target="/ppt/slides/slide2.xml" Id="R7365e3a801e14519" /><Relationship Type="http://schemas.openxmlformats.org/officeDocument/2006/relationships/slide" Target="/ppt/slides/slide3.xml" Id="Rd8fbc8d545604be6" /><Relationship Type="http://schemas.openxmlformats.org/officeDocument/2006/relationships/slide" Target="/ppt/slides/slide4.xml" Id="Rdad171491c204eaa" /><Relationship Type="http://schemas.openxmlformats.org/officeDocument/2006/relationships/slide" Target="/ppt/slides/slide5.xml" Id="Raa4b75c129144faa" /><Relationship Type="http://schemas.openxmlformats.org/officeDocument/2006/relationships/slide" Target="/ppt/slides/slide6.xml" Id="R2d9d1459c38246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a8ac854ae644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196d62416b4e8e" /><Relationship Type="http://schemas.openxmlformats.org/officeDocument/2006/relationships/notesMaster" Target="/ppt/notesMasters/notesMaster1.xml" Id="Rcf6252dd464544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0c39378a094a6f" /><Relationship Type="http://schemas.openxmlformats.org/officeDocument/2006/relationships/notesMaster" Target="/ppt/notesMasters/notesMaster1.xml" Id="R630d3266e9684c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6aa10e38c344f8" /><Relationship Type="http://schemas.openxmlformats.org/officeDocument/2006/relationships/notesMaster" Target="/ppt/notesMasters/notesMaster1.xml" Id="R0d3ebf9ac21144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330ad2d14c4fad" /><Relationship Type="http://schemas.openxmlformats.org/officeDocument/2006/relationships/notesMaster" Target="/ppt/notesMasters/notesMaster1.xml" Id="Rb8ddb8f9cb2e4f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a969293e3b4e14" /><Relationship Type="http://schemas.openxmlformats.org/officeDocument/2006/relationships/notesMaster" Target="/ppt/notesMasters/notesMaster1.xml" Id="Ra3b46f1a986f48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4bdb8e4b5a4812" /><Relationship Type="http://schemas.openxmlformats.org/officeDocument/2006/relationships/notesMaster" Target="/ppt/notesMasters/notesMaster1.xml" Id="R77bcd2e0eec34f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7391b4be247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da55fa389247c0" /><Relationship Type="http://schemas.openxmlformats.org/officeDocument/2006/relationships/slideLayout" Target="/ppt/slideLayouts/slideLayout1.xml" Id="R1b0cce1a1ee146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0cce1a1ee146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2adfb44674010" /><Relationship Type="http://schemas.openxmlformats.org/officeDocument/2006/relationships/notesSlide" Target="/ppt/notesSlides/notesSlide1.xml" Id="R6dfc0b1c92074c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9cb0f05734e6f" /><Relationship Type="http://schemas.openxmlformats.org/officeDocument/2006/relationships/notesSlide" Target="/ppt/notesSlides/notesSlide2.xml" Id="Rede4943fdddc48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f06378e8c4257" /><Relationship Type="http://schemas.openxmlformats.org/officeDocument/2006/relationships/notesSlide" Target="/ppt/notesSlides/notesSlide3.xml" Id="Rda1e3b97a2ee42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9833e2a944148" /><Relationship Type="http://schemas.openxmlformats.org/officeDocument/2006/relationships/notesSlide" Target="/ppt/notesSlides/notesSlide4.xml" Id="R8c195fda635c4a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3831fbf564574" /><Relationship Type="http://schemas.openxmlformats.org/officeDocument/2006/relationships/notesSlide" Target="/ppt/notesSlides/notesSlide5.xml" Id="Rfe2623247e2543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2a8697a6e4bc8" /><Relationship Type="http://schemas.openxmlformats.org/officeDocument/2006/relationships/notesSlide" Target="/ppt/notesSlides/notesSlide6.xml" Id="R5b30b3cd41304d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833D2-4480-427B-8ADB-DCEE4377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76707-F1E3-4A91-9A6A-A93ECE52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Математическое обеспечение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4D6C5-0261-4241-AF64-5B389F21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Цена, масса и выбор предложений рассчитываются для конкретной версии модельного ряда.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A0D80-530C-43CB-9CAC-18E015F8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5263495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F1080-F637-43F8-997D-BE8BD035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Учебный расчёт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51435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Значение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Комплектующие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77 500 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Сборка и упаковка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1 200 + 300 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Себестоимость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79 000 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Наценка и шаг цены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25% и 100 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Итоговая цена / масса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98 800 ₽ / 10,250 кг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647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66D70-B22A-4374-8476-53AA8EE2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Формулы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2B8D3-793D-42C9-8E77-D04C061C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C = стоимость комплектующих + сборка + упаковка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26388-880A-488F-A14E-1F7D18E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 = ceil(C × (1 + m) / s) ×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67C97-7916-4544-B263-7C286C71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 = масса корпуса + масса слотов + упаковка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14AD3-D8F7-428B-89CD-34990176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Комиссия, налоги и доставка в учебный расчёт не включены.</a:t>
            </a:r>
          </a:p>
        </p:txBody>
      </p:sp>
    </p:spTree>
    <p:extLst>
      <p:ext uri="{BB962C8B-B14F-4D97-AF65-F5344CB8AC3E}">
        <p14:creationId xmlns:p14="http://schemas.microsoft.com/office/powerpoint/2010/main" val="19684095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38108-DAC8-4535-A822-45A25C2E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Выбор предложения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DE98E-316E-445F-8431-EBB1F58F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Разрешить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группу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90DFAA-CCEA-47E5-AE7D-FCDFD529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E8EDB-30DF-419B-BCDB-6B16F061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Проверить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совместимость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10AEBB-9EBA-4469-A04F-48CF6327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C31C4-C96B-43ED-8E5B-D433F24B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Отсеять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устаревшие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C4B95-FBBC-48BB-91D4-C5DB4AF7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8510E-DAE3-42AE-8FDB-28E3ED00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Выбрать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 приоритету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64341-9A5F-476F-9736-9504DF8A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Далее учитываются цена, дата и ID. Закреплённый SKU ограничивает множество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12543416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8B47F-D584-493F-ADA9-EE85020B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Массовая замена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6A4A8-707A-4219-9F39-5732C9C1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Предпросмотр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B4A7D-6B28-43E2-9771-2B524B8E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96420-63EC-46D7-80A5-AD0CEB87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Подтверждение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9C5C9-38AA-4845-A3EF-0E217E3D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7304D-DF4F-4CA2-A010-EF4DF2EB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Проверка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версий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781E2F-A504-4120-A2E9-11AF2C6E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7849F-4CFC-4B76-874A-17D98A6C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Новая версия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пересчёт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E2317-B0B0-4D68-A93B-E21B3AD0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Одна транзакция на модельный ряд. Конфликт откатывает только её изменение. Карточки изменённых рядов становятся STALE.</a:t>
            </a:r>
          </a:p>
        </p:txBody>
      </p:sp>
    </p:spTree>
    <p:extLst>
      <p:ext uri="{BB962C8B-B14F-4D97-AF65-F5344CB8AC3E}">
        <p14:creationId xmlns:p14="http://schemas.microsoft.com/office/powerpoint/2010/main" val="14290751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49C04-0452-4DA6-882F-EA876D96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Граничные случаи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701E8-0AE4-45B3-B9FA-48133CFA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Пустой состав и неизвестная масса блокируют готовность.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88922-8B62-41FC-A4FF-87E410DF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При отсутствии наблюдений показатель выводится как «нет данных».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72821-E23A-49F0-B23D-E985FAFE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Возраст предложения не должен быть отрицательным или превышать TTL.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F7C11-F093-4D10-ACD2-2EF1DE5E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Производительность пакета 1000 модельных рядов пока является целевым требованием.</a:t>
            </a:r>
          </a:p>
        </p:txBody>
      </p:sp>
    </p:spTree>
    <p:extLst>
      <p:ext uri="{BB962C8B-B14F-4D97-AF65-F5344CB8AC3E}">
        <p14:creationId xmlns:p14="http://schemas.microsoft.com/office/powerpoint/2010/main" val="220510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2026-10-05T02:43:16.2340000Z</dcterms:created>
  <dcterms:modified xsi:type="dcterms:W3CDTF">2026-10-05T02:43:16.2340000Z</dcterms:modified>
</coreProperties>
</file>