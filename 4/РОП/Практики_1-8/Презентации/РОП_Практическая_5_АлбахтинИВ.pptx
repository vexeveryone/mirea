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9841005e284c06" /><Relationship Type="http://schemas.openxmlformats.org/officeDocument/2006/relationships/extended-properties" Target="/docProps/app.xml" Id="Rfd76a2e3b4f84c55" /><Relationship Type="http://schemas.openxmlformats.org/officeDocument/2006/relationships/officeDocument" Target="/ppt/presentation.xml" Id="R616d6137cada4f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26b6e6350c4c49"/>
  </p:sldMasterIdLst>
  <p:notesMasterIdLst>
    <p:notesMasterId xmlns:r="http://schemas.openxmlformats.org/officeDocument/2006/relationships" r:id="Re5a2a64c5e604f51"/>
  </p:notesMasterIdLst>
  <p:sldIdLst>
    <p:sldId xmlns:r="http://schemas.openxmlformats.org/officeDocument/2006/relationships" id="256" r:id="Rcee9f854388b4feb"/>
    <p:sldId xmlns:r="http://schemas.openxmlformats.org/officeDocument/2006/relationships" id="257" r:id="R04e783fc58e24c75"/>
    <p:sldId xmlns:r="http://schemas.openxmlformats.org/officeDocument/2006/relationships" id="258" r:id="R7495e236b4994150"/>
    <p:sldId xmlns:r="http://schemas.openxmlformats.org/officeDocument/2006/relationships" id="259" r:id="R1b0b0cfdf8d640c9"/>
    <p:sldId xmlns:r="http://schemas.openxmlformats.org/officeDocument/2006/relationships" id="260" r:id="R76f2d81365bd4528"/>
    <p:sldId xmlns:r="http://schemas.openxmlformats.org/officeDocument/2006/relationships" id="261" r:id="R96c385fb2c9e4c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e3dc1e2abc430b" /><Relationship Type="http://schemas.openxmlformats.org/officeDocument/2006/relationships/slideMaster" Target="/ppt/slideMasters/slideMaster1.xml" Id="Red26b6e6350c4c49" /><Relationship Type="http://schemas.openxmlformats.org/officeDocument/2006/relationships/notesMaster" Target="/ppt/notesMasters/notesMaster1.xml" Id="Re5a2a64c5e604f51" /><Relationship Type="http://schemas.openxmlformats.org/officeDocument/2006/relationships/presProps" Target="/ppt/presProps.xml" Id="R0258df14b8ad497c" /><Relationship Type="http://schemas.openxmlformats.org/officeDocument/2006/relationships/tableStyles" Target="/ppt/tableStyles.xml" Id="R77d58a7b24124b49" /><Relationship Type="http://schemas.openxmlformats.org/officeDocument/2006/relationships/slide" Target="/ppt/slides/slide1.xml" Id="Rcee9f854388b4feb" /><Relationship Type="http://schemas.openxmlformats.org/officeDocument/2006/relationships/slide" Target="/ppt/slides/slide2.xml" Id="R04e783fc58e24c75" /><Relationship Type="http://schemas.openxmlformats.org/officeDocument/2006/relationships/slide" Target="/ppt/slides/slide3.xml" Id="R7495e236b4994150" /><Relationship Type="http://schemas.openxmlformats.org/officeDocument/2006/relationships/slide" Target="/ppt/slides/slide4.xml" Id="R1b0b0cfdf8d640c9" /><Relationship Type="http://schemas.openxmlformats.org/officeDocument/2006/relationships/slide" Target="/ppt/slides/slide5.xml" Id="R76f2d81365bd4528" /><Relationship Type="http://schemas.openxmlformats.org/officeDocument/2006/relationships/slide" Target="/ppt/slides/slide6.xml" Id="R96c385fb2c9e4c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00f31e4b3945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5247300d43428e" /><Relationship Type="http://schemas.openxmlformats.org/officeDocument/2006/relationships/notesMaster" Target="/ppt/notesMasters/notesMaster1.xml" Id="R657b5a678c5349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464d2b13e54415" /><Relationship Type="http://schemas.openxmlformats.org/officeDocument/2006/relationships/notesMaster" Target="/ppt/notesMasters/notesMaster1.xml" Id="Rf535622d4ed44e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f3cdb2a7054e58" /><Relationship Type="http://schemas.openxmlformats.org/officeDocument/2006/relationships/notesMaster" Target="/ppt/notesMasters/notesMaster1.xml" Id="Rbf68c79fabb44e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d43b28662347b3" /><Relationship Type="http://schemas.openxmlformats.org/officeDocument/2006/relationships/notesMaster" Target="/ppt/notesMasters/notesMaster1.xml" Id="Rb8ea8bede96947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5d1505e0df4e5e" /><Relationship Type="http://schemas.openxmlformats.org/officeDocument/2006/relationships/notesMaster" Target="/ppt/notesMasters/notesMaster1.xml" Id="R51b1bb8f666f44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17bd8bf76d49a8" /><Relationship Type="http://schemas.openxmlformats.org/officeDocument/2006/relationships/notesMaster" Target="/ppt/notesMasters/notesMaster1.xml" Id="Ra028f783a82048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11a96827fc47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a8d1fccf0445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ec6e80c5944e4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3d80ac41b645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0a48c51af742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771735a43c46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C1E95F-8DA4-4217-9AF8-62D18472E2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0DEA636-B5E0-4F7F-AE1A-7A7AD49743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F140BDF-280D-4B00-B2E3-4FD79433BB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26BF8E-72E1-4834-B293-AC17E42A34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6F104CC-07DC-4E87-8D7F-29233A7698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2A3E8B-C163-4509-BB4F-D185D11223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3A8DFD-5E76-4212-9497-C1D091B3B7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9DDB450-3A99-4F22-904F-1D652CF8E1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AAB7E3-15A1-4711-8986-83E5A15E82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C2E920-6C40-4452-B602-9EAC1AC2D4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32af0212e64951" /><Relationship Type="http://schemas.openxmlformats.org/officeDocument/2006/relationships/slideLayout" Target="/ppt/slideLayouts/slideLayout1.xml" Id="Rafe57e9d30b046b8" /><Relationship Type="http://schemas.openxmlformats.org/officeDocument/2006/relationships/slideLayout" Target="/ppt/slideLayouts/slideLayout2.xml" Id="Red3381695fc641a3" /><Relationship Type="http://schemas.openxmlformats.org/officeDocument/2006/relationships/slideLayout" Target="/ppt/slideLayouts/slideLayout3.xml" Id="Rc08e6aae2fb74837" /><Relationship Type="http://schemas.openxmlformats.org/officeDocument/2006/relationships/slideLayout" Target="/ppt/slideLayouts/slideLayout4.xml" Id="Rb787ae732bfa4b13" /><Relationship Type="http://schemas.openxmlformats.org/officeDocument/2006/relationships/slideLayout" Target="/ppt/slideLayouts/slideLayout5.xml" Id="R4a8663778be6408c" /><Relationship Type="http://schemas.openxmlformats.org/officeDocument/2006/relationships/slideLayout" Target="/ppt/slideLayouts/slideLayout6.xml" Id="Ra48dc3495f5d4f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e57e9d30b046b8"/>
    <p:sldLayoutId xmlns:r="http://schemas.openxmlformats.org/officeDocument/2006/relationships" id="2147483650" r:id="Red3381695fc641a3"/>
    <p:sldLayoutId xmlns:r="http://schemas.openxmlformats.org/officeDocument/2006/relationships" id="2147483651" r:id="Rc08e6aae2fb74837"/>
    <p:sldLayoutId xmlns:r="http://schemas.openxmlformats.org/officeDocument/2006/relationships" id="2147483652" r:id="Rb787ae732bfa4b13"/>
    <p:sldLayoutId xmlns:r="http://schemas.openxmlformats.org/officeDocument/2006/relationships" id="2147483653" r:id="R4a8663778be6408c"/>
    <p:sldLayoutId xmlns:r="http://schemas.openxmlformats.org/officeDocument/2006/relationships" id="2147483654" r:id="Ra48dc3495f5d4f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f6d7891032469e" /><Relationship Type="http://schemas.openxmlformats.org/officeDocument/2006/relationships/notesSlide" Target="/ppt/notesSlides/notesSlide1.xml" Id="R19cd848646d944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1b5f8ceb8f4f77" /><Relationship Type="http://schemas.openxmlformats.org/officeDocument/2006/relationships/notesSlide" Target="/ppt/notesSlides/notesSlide2.xml" Id="R95c2600cc2704a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d711630cc340a6" /><Relationship Type="http://schemas.openxmlformats.org/officeDocument/2006/relationships/notesSlide" Target="/ppt/notesSlides/notesSlide3.xml" Id="R8168273412a841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d38a4835c94206" /><Relationship Type="http://schemas.openxmlformats.org/officeDocument/2006/relationships/image" Target="/ppt/media/image.png" Id="R1b637b04846646cf" /><Relationship Type="http://schemas.openxmlformats.org/officeDocument/2006/relationships/notesSlide" Target="/ppt/notesSlides/notesSlide4.xml" Id="R9a68e985ba4947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4c9221b2b74557" /><Relationship Type="http://schemas.openxmlformats.org/officeDocument/2006/relationships/image" Target="/ppt/media/image2.png" Id="R431b0c70f5064ece" /><Relationship Type="http://schemas.openxmlformats.org/officeDocument/2006/relationships/notesSlide" Target="/ppt/notesSlides/notesSlide5.xml" Id="R182fb504b4784e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8af9cff3b44454" /><Relationship Type="http://schemas.openxmlformats.org/officeDocument/2006/relationships/image" Target="/ppt/media/image3.png" Id="R00faac2670a44477" /><Relationship Type="http://schemas.openxmlformats.org/officeDocument/2006/relationships/notesSlide" Target="/ppt/notesSlides/notesSlide6.xml" Id="R01b55cc7116a4e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FFE1E-56ED-437C-9782-348D61A9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Практическое занятие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8B3F6-BC0B-406E-9198-FE2AB741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7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Математическое обеспечение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3F9D1-A4E2-4DBE-801A-D55C24ED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Цена, масса и выбор предложений рассчитываются для конкретной версии модельного ряда.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0B8E5-94E2-4B66-9599-9880C061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Албахтин И.В.   ИНБО-12-23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Разработка обеспечивающих подсистем   2026</a:t>
            </a:r>
          </a:p>
        </p:txBody>
      </p:sp>
    </p:spTree>
    <p:extLst>
      <p:ext uri="{BB962C8B-B14F-4D97-AF65-F5344CB8AC3E}">
        <p14:creationId xmlns:p14="http://schemas.microsoft.com/office/powerpoint/2010/main" val="17393944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B53A4-6A41-4EBA-B2B1-A83095B4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Учебный расчёт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B157B-20F0-4D85-B8BC-3896E10352EF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5143500"/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Значение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Комплектующие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77 500 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Сборка и упаковка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1 200 + 300 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Себестоимость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79 000 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Наценка и шаг цены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25% и 100 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Итоговая цена / масса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98 800 ₽ / 10,250 кг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50578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3F5D5-A896-4959-892D-E4837937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Масса системы с упаковкой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AADD2-2C38-4B39-9320-E9A0829F9A55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6000750"/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Обозначение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Смысл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W = wcase + Σ qᵢwᵢ + wpack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Масса системы с упаковкой, кг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wcase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Масса корпуса, кг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qᵢ и wᵢ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Количество и масса единицы компонента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wpack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Масса упаковки, кг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Σ qᵢwᵢ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Масса слотов без повторного учёта корпуса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0123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E9D96-176A-4956-99EE-7BFCBF6E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Схема алгоритма расчёта цены и массы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3C532-F583-42A8-BA61-D5B8622B4C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37b04846646cf"/>
          <a:stretch xmlns:a="http://schemas.openxmlformats.org/drawingml/2006/main"/>
        </p:blipFill>
        <p:spPr>
          <a:xfrm xmlns:a="http://schemas.openxmlformats.org/drawingml/2006/main">
            <a:off x="4020642" y="1285875"/>
            <a:ext cx="4150716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901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5E695-19FD-4AAE-B5FD-75EE1C0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Схема алгоритма выбора предложения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39B01-D142-432A-838D-B459450348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b0c70f5064ece"/>
          <a:stretch xmlns:a="http://schemas.openxmlformats.org/drawingml/2006/main"/>
        </p:blipFill>
        <p:spPr>
          <a:xfrm xmlns:a="http://schemas.openxmlformats.org/drawingml/2006/main">
            <a:off x="4139720" y="1285875"/>
            <a:ext cx="3912561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5371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60B6A-7773-4F48-834E-02871DE0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Схема алгоритма массовой замены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7275A-75A3-4951-B564-4CFF0BC80D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aac2670a44477"/>
          <a:stretch xmlns:a="http://schemas.openxmlformats.org/drawingml/2006/main"/>
        </p:blipFill>
        <p:spPr>
          <a:xfrm xmlns:a="http://schemas.openxmlformats.org/drawingml/2006/main">
            <a:off x="3375453" y="1285875"/>
            <a:ext cx="5441095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337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2026-10-25T21:30:13.0330000Z</dcterms:created>
  <dcterms:modified xsi:type="dcterms:W3CDTF">2026-10-25T21:30:13.0330000Z</dcterms:modified>
</coreProperties>
</file>